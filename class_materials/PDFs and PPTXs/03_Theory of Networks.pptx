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_rels/slideMaster1.xml.rels" ContentType="application/vnd.openxmlformats-package.relationships+xml"/>
  <Override PartName="/ppt/slideMasters/_rels/slideMaster2.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0.xml" ContentType="application/vnd.openxmlformats-officedocument.presentationml.slideLayout+xml"/>
  <Override PartName="/ppt/slideLayouts/slideLayout5.xml" ContentType="application/vnd.openxmlformats-officedocument.presentationml.slideLayout+xml"/>
  <Override PartName="/ppt/slideLayouts/slideLayout11.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12.xml" ContentType="application/vnd.openxmlformats-officedocument.presentationml.slideLayout+xml"/>
  <Override PartName="/ppt/slideLayouts/slideLayout8.xml" ContentType="application/vnd.openxmlformats-officedocument.presentationml.slideLayout+xml"/>
  <Override PartName="/ppt/slideLayouts/slideLayout13.xml" ContentType="application/vnd.openxmlformats-officedocument.presentationml.slideLayout+xml"/>
  <Override PartName="/ppt/slideLayouts/slideLayout9.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10.xml.rels" ContentType="application/vnd.openxmlformats-package.relationships+xml"/>
  <Override PartName="/ppt/slideLayouts/_rels/slideLayout5.xml.rels" ContentType="application/vnd.openxmlformats-package.relationships+xml"/>
  <Override PartName="/ppt/slideLayouts/_rels/slideLayout11.xml.rels" ContentType="application/vnd.openxmlformats-package.relationships+xml"/>
  <Override PartName="/ppt/slideLayouts/_rels/slideLayout6.xml.rels" ContentType="application/vnd.openxmlformats-package.relationships+xml"/>
  <Override PartName="/ppt/slideLayouts/_rels/slideLayout12.xml.rels" ContentType="application/vnd.openxmlformats-package.relationships+xml"/>
  <Override PartName="/ppt/slideLayouts/_rels/slideLayout7.xml.rels" ContentType="application/vnd.openxmlformats-package.relationships+xml"/>
  <Override PartName="/ppt/slideLayouts/_rels/slideLayout13.xml.rels" ContentType="application/vnd.openxmlformats-package.relationships+xml"/>
  <Override PartName="/ppt/slideLayouts/_rels/slideLayout8.xml.rels" ContentType="application/vnd.openxmlformats-package.relationships+xml"/>
  <Override PartName="/ppt/slideLayouts/_rels/slideLayout14.xml.rels" ContentType="application/vnd.openxmlformats-package.relationships+xml"/>
  <Override PartName="/ppt/slideLayouts/_rels/slideLayout9.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18.xml.rels" ContentType="application/vnd.openxmlformats-package.relationships+xml"/>
  <Override PartName="/ppt/slideLayouts/_rels/slideLayout19.xml.rels" ContentType="application/vnd.openxmlformats-package.relationships+xml"/>
  <Override PartName="/ppt/slideLayouts/_rels/slideLayout20.xml.rels" ContentType="application/vnd.openxmlformats-package.relationships+xml"/>
  <Override PartName="/ppt/slideLayouts/_rels/slideLayout21.xml.rels" ContentType="application/vnd.openxmlformats-package.relationships+xml"/>
  <Override PartName="/ppt/slideLayouts/_rels/slideLayout22.xml.rels" ContentType="application/vnd.openxmlformats-package.relationships+xml"/>
  <Override PartName="/ppt/slideLayouts/_rels/slideLayout23.xml.rels" ContentType="application/vnd.openxmlformats-package.relationships+xml"/>
  <Override PartName="/ppt/slideLayouts/_rels/slideLayout24.xml.rels" ContentType="application/vnd.openxmlformats-package.relationships+xml"/>
  <Override PartName="/ppt/_rels/presentation.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6.png" ContentType="image/png"/>
  <Override PartName="/_rels/.rels" ContentType="application/vnd.openxmlformats-package.relationshi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Lst>
  <p:sldSz cx="9144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p>
            <a:r>
              <a:t>Footer</a:t>
            </a:r>
          </a:p>
        </p:txBody>
      </p:sp>
      <p:sp>
        <p:nvSpPr>
          <p:cNvPr id="3" name="PlaceHolder 2"/>
          <p:cNvSpPr>
            <a:spLocks noGrp="1"/>
          </p:cNvSpPr>
          <p:nvPr>
            <p:ph type="sldNum" idx="2"/>
          </p:nvPr>
        </p:nvSpPr>
        <p:spPr/>
        <p:txBody>
          <a:bodyPr/>
          <a:p>
            <a:fld id="{9E3D1B9D-59D8-4CCF-A744-69651F4528E2}" type="slidenum">
              <a:t>&lt;#&gt;</a:t>
            </a:fld>
          </a:p>
        </p:txBody>
      </p:sp>
      <p:sp>
        <p:nvSpPr>
          <p:cNvPr id="4" name="PlaceHolder 3"/>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 name="PlaceHolder 2"/>
          <p:cNvSpPr>
            <a:spLocks noGrp="1"/>
          </p:cNvSpPr>
          <p:nvPr>
            <p:ph type="subTitle"/>
          </p:nvPr>
        </p:nvSpPr>
        <p:spPr>
          <a:xfrm>
            <a:off x="457200" y="1604520"/>
            <a:ext cx="8229240" cy="39772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41B01C76-2301-4E69-9FC7-A5951DE2FDC0}"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8"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5DCEE3C6-7BA6-480A-BB8F-F899B01DF681}"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0"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1"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6308DC47-A894-4121-8A87-F0D83C1110BF}" type="slidenum">
              <a:t>&lt;#&gt;</a:t>
            </a:fld>
          </a:p>
        </p:txBody>
      </p:sp>
      <p:sp>
        <p:nvSpPr>
          <p:cNvPr id="7" name="PlaceHolder 6"/>
          <p:cNvSpPr>
            <a:spLocks noGrp="1"/>
          </p:cNvSpPr>
          <p:nvPr>
            <p:ph type="dt" idx="3"/>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2"/>
          </p:nvPr>
        </p:nvSpPr>
        <p:spPr/>
        <p:txBody>
          <a:bodyPr/>
          <a:p>
            <a:fld id="{865E719D-11F3-4A71-BC14-22F70020BD8B}" type="slidenum">
              <a:t>&lt;#&gt;</a:t>
            </a:fld>
          </a:p>
        </p:txBody>
      </p:sp>
      <p:sp>
        <p:nvSpPr>
          <p:cNvPr id="5" name="PlaceHolder 4"/>
          <p:cNvSpPr>
            <a:spLocks noGrp="1"/>
          </p:cNvSpPr>
          <p:nvPr>
            <p:ph type="dt" idx="3"/>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457200" y="273600"/>
            <a:ext cx="8229240" cy="530784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2"/>
          </p:nvPr>
        </p:nvSpPr>
        <p:spPr/>
        <p:txBody>
          <a:bodyPr/>
          <a:p>
            <a:fld id="{2546DF12-8F20-429A-8520-316755139E35}" type="slidenum">
              <a:t>&lt;#&gt;</a:t>
            </a:fld>
          </a:p>
        </p:txBody>
      </p:sp>
      <p:sp>
        <p:nvSpPr>
          <p:cNvPr id="5" name="PlaceHolder 4"/>
          <p:cNvSpPr>
            <a:spLocks noGrp="1"/>
          </p:cNvSpPr>
          <p:nvPr>
            <p:ph type="dt" idx="3"/>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5"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6"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7"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BE96F52E-2D0F-4432-8E9F-846ADB103264}" type="slidenum">
              <a:t>&lt;#&gt;</a:t>
            </a:fld>
          </a:p>
        </p:txBody>
      </p:sp>
      <p:sp>
        <p:nvSpPr>
          <p:cNvPr id="8" name="PlaceHolder 7"/>
          <p:cNvSpPr>
            <a:spLocks noGrp="1"/>
          </p:cNvSpPr>
          <p:nvPr>
            <p:ph type="dt" idx="3"/>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9"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0"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1" name="PlaceHolder 4"/>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91FF1C31-1911-49E5-A365-BC4B59110311}" type="slidenum">
              <a:t>&lt;#&gt;</a:t>
            </a:fld>
          </a:p>
        </p:txBody>
      </p:sp>
      <p:sp>
        <p:nvSpPr>
          <p:cNvPr id="8" name="PlaceHolder 7"/>
          <p:cNvSpPr>
            <a:spLocks noGrp="1"/>
          </p:cNvSpPr>
          <p:nvPr>
            <p:ph type="dt" idx="3"/>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3"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4"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5" name="PlaceHolder 4"/>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23E009D2-15E6-41FE-B769-9E1FFF6D2583}" type="slidenum">
              <a:t>&lt;#&gt;</a:t>
            </a:fld>
          </a:p>
        </p:txBody>
      </p:sp>
      <p:sp>
        <p:nvSpPr>
          <p:cNvPr id="8" name="PlaceHolder 7"/>
          <p:cNvSpPr>
            <a:spLocks noGrp="1"/>
          </p:cNvSpPr>
          <p:nvPr>
            <p:ph type="dt" idx="3"/>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7" name="PlaceHolder 2"/>
          <p:cNvSpPr>
            <a:spLocks noGrp="1"/>
          </p:cNvSpPr>
          <p:nvPr>
            <p:ph/>
          </p:nvPr>
        </p:nvSpPr>
        <p:spPr>
          <a:xfrm>
            <a:off x="457200" y="160452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8" name="PlaceHolder 3"/>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80DA551B-343E-4B94-AE0E-8D3FE1DCB0AF}" type="slidenum">
              <a:t>&lt;#&gt;</a:t>
            </a:fld>
          </a:p>
        </p:txBody>
      </p:sp>
      <p:sp>
        <p:nvSpPr>
          <p:cNvPr id="7" name="PlaceHolder 6"/>
          <p:cNvSpPr>
            <a:spLocks noGrp="1"/>
          </p:cNvSpPr>
          <p:nvPr>
            <p:ph type="dt" idx="3"/>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0"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1"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2"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3" name="PlaceHolder 5"/>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 name="PlaceHolder 6"/>
          <p:cNvSpPr>
            <a:spLocks noGrp="1"/>
          </p:cNvSpPr>
          <p:nvPr>
            <p:ph type="ftr" idx="1"/>
          </p:nvPr>
        </p:nvSpPr>
        <p:spPr/>
        <p:txBody>
          <a:bodyPr/>
          <a:p>
            <a:r>
              <a:t>Footer</a:t>
            </a:r>
          </a:p>
        </p:txBody>
      </p:sp>
      <p:sp>
        <p:nvSpPr>
          <p:cNvPr id="8" name="PlaceHolder 7"/>
          <p:cNvSpPr>
            <a:spLocks noGrp="1"/>
          </p:cNvSpPr>
          <p:nvPr>
            <p:ph type="sldNum" idx="2"/>
          </p:nvPr>
        </p:nvSpPr>
        <p:spPr/>
        <p:txBody>
          <a:bodyPr/>
          <a:p>
            <a:fld id="{8049FFEC-8DE6-43A9-8EE7-43B2E32FA3B6}" type="slidenum">
              <a:t>&lt;#&gt;</a:t>
            </a:fld>
          </a:p>
        </p:txBody>
      </p:sp>
      <p:sp>
        <p:nvSpPr>
          <p:cNvPr id="9" name="PlaceHolder 8"/>
          <p:cNvSpPr>
            <a:spLocks noGrp="1"/>
          </p:cNvSpPr>
          <p:nvPr>
            <p:ph type="dt" idx="3"/>
          </p:nvPr>
        </p:nvSpPr>
        <p:spPr/>
        <p:txBody>
          <a:bodyPr/>
          <a:p>
            <a:r>
              <a:rPr lang="en-U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5" name="PlaceHolder 2"/>
          <p:cNvSpPr>
            <a:spLocks noGrp="1"/>
          </p:cNvSpPr>
          <p:nvPr>
            <p:ph/>
          </p:nvPr>
        </p:nvSpPr>
        <p:spPr>
          <a:xfrm>
            <a:off x="457200" y="160452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6" name="PlaceHolder 3"/>
          <p:cNvSpPr>
            <a:spLocks noGrp="1"/>
          </p:cNvSpPr>
          <p:nvPr>
            <p:ph/>
          </p:nvPr>
        </p:nvSpPr>
        <p:spPr>
          <a:xfrm>
            <a:off x="3239640" y="160452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7" name="PlaceHolder 4"/>
          <p:cNvSpPr>
            <a:spLocks noGrp="1"/>
          </p:cNvSpPr>
          <p:nvPr>
            <p:ph/>
          </p:nvPr>
        </p:nvSpPr>
        <p:spPr>
          <a:xfrm>
            <a:off x="6022080" y="160452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8" name="PlaceHolder 5"/>
          <p:cNvSpPr>
            <a:spLocks noGrp="1"/>
          </p:cNvSpPr>
          <p:nvPr>
            <p:ph/>
          </p:nvPr>
        </p:nvSpPr>
        <p:spPr>
          <a:xfrm>
            <a:off x="457200" y="368208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9" name="PlaceHolder 6"/>
          <p:cNvSpPr>
            <a:spLocks noGrp="1"/>
          </p:cNvSpPr>
          <p:nvPr>
            <p:ph/>
          </p:nvPr>
        </p:nvSpPr>
        <p:spPr>
          <a:xfrm>
            <a:off x="3239640" y="368208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0" name="PlaceHolder 7"/>
          <p:cNvSpPr>
            <a:spLocks noGrp="1"/>
          </p:cNvSpPr>
          <p:nvPr>
            <p:ph/>
          </p:nvPr>
        </p:nvSpPr>
        <p:spPr>
          <a:xfrm>
            <a:off x="6022080" y="368208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9" name="PlaceHolder 8"/>
          <p:cNvSpPr>
            <a:spLocks noGrp="1"/>
          </p:cNvSpPr>
          <p:nvPr>
            <p:ph type="ftr" idx="1"/>
          </p:nvPr>
        </p:nvSpPr>
        <p:spPr/>
        <p:txBody>
          <a:bodyPr/>
          <a:p>
            <a:r>
              <a:t>Footer</a:t>
            </a:r>
          </a:p>
        </p:txBody>
      </p:sp>
      <p:sp>
        <p:nvSpPr>
          <p:cNvPr id="10" name="PlaceHolder 9"/>
          <p:cNvSpPr>
            <a:spLocks noGrp="1"/>
          </p:cNvSpPr>
          <p:nvPr>
            <p:ph type="sldNum" idx="2"/>
          </p:nvPr>
        </p:nvSpPr>
        <p:spPr/>
        <p:txBody>
          <a:bodyPr/>
          <a:p>
            <a:fld id="{162E49D5-1C6A-43F1-B182-AB76F58D2793}" type="slidenum">
              <a:t>&lt;#&gt;</a:t>
            </a:fld>
          </a:p>
        </p:txBody>
      </p:sp>
      <p:sp>
        <p:nvSpPr>
          <p:cNvPr id="11" name="PlaceHolder 10"/>
          <p:cNvSpPr>
            <a:spLocks noGrp="1"/>
          </p:cNvSpPr>
          <p:nvPr>
            <p:ph type="dt" idx="3"/>
          </p:nvPr>
        </p:nvSpPr>
        <p:spPr/>
        <p:txBody>
          <a:bodyPr/>
          <a:p>
            <a:r>
              <a:rPr lang="en-US"/>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p>
            <a:r>
              <a:t>Footer</a:t>
            </a:r>
          </a:p>
        </p:txBody>
      </p:sp>
      <p:sp>
        <p:nvSpPr>
          <p:cNvPr id="3" name="PlaceHolder 2"/>
          <p:cNvSpPr>
            <a:spLocks noGrp="1"/>
          </p:cNvSpPr>
          <p:nvPr>
            <p:ph type="sldNum" idx="5"/>
          </p:nvPr>
        </p:nvSpPr>
        <p:spPr/>
        <p:txBody>
          <a:bodyPr/>
          <a:p>
            <a:fld id="{8160B1A7-FC2F-4735-A55D-FF7FA9C2FFD2}" type="slidenum">
              <a:t>&lt;#&gt;</a:t>
            </a:fld>
          </a:p>
        </p:txBody>
      </p:sp>
      <p:sp>
        <p:nvSpPr>
          <p:cNvPr id="4" name="PlaceHolder 3"/>
          <p:cNvSpPr>
            <a:spLocks noGrp="1"/>
          </p:cNvSpPr>
          <p:nvPr>
            <p:ph type="dt" idx="6"/>
          </p:nvPr>
        </p:nvSpPr>
        <p:spPr/>
        <p:txBody>
          <a:bodyPr/>
          <a:p>
            <a:r>
              <a:rPr lang="en-US"/>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7" name="PlaceHolder 2"/>
          <p:cNvSpPr>
            <a:spLocks noGrp="1"/>
          </p:cNvSpPr>
          <p:nvPr>
            <p:ph type="subTitle"/>
          </p:nvPr>
        </p:nvSpPr>
        <p:spPr>
          <a:xfrm>
            <a:off x="457200" y="1604520"/>
            <a:ext cx="8229240" cy="39772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918ED297-661B-408D-9392-438BFECD0FE3}" type="slidenum">
              <a:t>&lt;#&gt;</a:t>
            </a:fld>
          </a:p>
        </p:txBody>
      </p:sp>
      <p:sp>
        <p:nvSpPr>
          <p:cNvPr id="6" name="PlaceHolder 5"/>
          <p:cNvSpPr>
            <a:spLocks noGrp="1"/>
          </p:cNvSpPr>
          <p:nvPr>
            <p:ph type="dt" idx="6"/>
          </p:nvPr>
        </p:nvSpPr>
        <p:spPr/>
        <p:txBody>
          <a:bodyPr/>
          <a:p>
            <a:r>
              <a:rPr lang="en-US"/>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9"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A5E074FB-FF81-4A7B-A36C-1E690B6EC096}" type="slidenum">
              <a:t>&lt;#&gt;</a:t>
            </a:fld>
          </a:p>
        </p:txBody>
      </p:sp>
      <p:sp>
        <p:nvSpPr>
          <p:cNvPr id="6" name="PlaceHolder 5"/>
          <p:cNvSpPr>
            <a:spLocks noGrp="1"/>
          </p:cNvSpPr>
          <p:nvPr>
            <p:ph type="dt" idx="6"/>
          </p:nvPr>
        </p:nvSpPr>
        <p:spPr/>
        <p:txBody>
          <a:bodyPr/>
          <a:p>
            <a:r>
              <a:rPr lang="en-US"/>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1"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2"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4"/>
          </p:nvPr>
        </p:nvSpPr>
        <p:spPr/>
        <p:txBody>
          <a:bodyPr/>
          <a:p>
            <a:r>
              <a:t>Footer</a:t>
            </a:r>
          </a:p>
        </p:txBody>
      </p:sp>
      <p:sp>
        <p:nvSpPr>
          <p:cNvPr id="6" name="PlaceHolder 5"/>
          <p:cNvSpPr>
            <a:spLocks noGrp="1"/>
          </p:cNvSpPr>
          <p:nvPr>
            <p:ph type="sldNum" idx="5"/>
          </p:nvPr>
        </p:nvSpPr>
        <p:spPr/>
        <p:txBody>
          <a:bodyPr/>
          <a:p>
            <a:fld id="{69EEA891-0A59-4011-B624-95CD6FDB2598}" type="slidenum">
              <a:t>&lt;#&gt;</a:t>
            </a:fld>
          </a:p>
        </p:txBody>
      </p:sp>
      <p:sp>
        <p:nvSpPr>
          <p:cNvPr id="7" name="PlaceHolder 6"/>
          <p:cNvSpPr>
            <a:spLocks noGrp="1"/>
          </p:cNvSpPr>
          <p:nvPr>
            <p:ph type="dt" idx="6"/>
          </p:nvPr>
        </p:nvSpPr>
        <p:spPr/>
        <p:txBody>
          <a:bodyPr/>
          <a:p>
            <a:r>
              <a:rPr lang="en-US"/>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ftr" idx="4"/>
          </p:nvPr>
        </p:nvSpPr>
        <p:spPr/>
        <p:txBody>
          <a:bodyPr/>
          <a:p>
            <a:r>
              <a:t>Footer</a:t>
            </a:r>
          </a:p>
        </p:txBody>
      </p:sp>
      <p:sp>
        <p:nvSpPr>
          <p:cNvPr id="4" name="PlaceHolder 3"/>
          <p:cNvSpPr>
            <a:spLocks noGrp="1"/>
          </p:cNvSpPr>
          <p:nvPr>
            <p:ph type="sldNum" idx="5"/>
          </p:nvPr>
        </p:nvSpPr>
        <p:spPr/>
        <p:txBody>
          <a:bodyPr/>
          <a:p>
            <a:fld id="{0916068A-1744-4121-81F1-B649F0DDC08F}" type="slidenum">
              <a:t>&lt;#&gt;</a:t>
            </a:fld>
          </a:p>
        </p:txBody>
      </p:sp>
      <p:sp>
        <p:nvSpPr>
          <p:cNvPr id="5" name="PlaceHolder 4"/>
          <p:cNvSpPr>
            <a:spLocks noGrp="1"/>
          </p:cNvSpPr>
          <p:nvPr>
            <p:ph type="dt" idx="6"/>
          </p:nvPr>
        </p:nvSpPr>
        <p:spPr/>
        <p:txBody>
          <a:bodyPr/>
          <a:p>
            <a:r>
              <a:rPr lang="en-US"/>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457200" y="273600"/>
            <a:ext cx="8229240" cy="530784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ftr" idx="4"/>
          </p:nvPr>
        </p:nvSpPr>
        <p:spPr/>
        <p:txBody>
          <a:bodyPr/>
          <a:p>
            <a:r>
              <a:t>Footer</a:t>
            </a:r>
          </a:p>
        </p:txBody>
      </p:sp>
      <p:sp>
        <p:nvSpPr>
          <p:cNvPr id="4" name="PlaceHolder 3"/>
          <p:cNvSpPr>
            <a:spLocks noGrp="1"/>
          </p:cNvSpPr>
          <p:nvPr>
            <p:ph type="sldNum" idx="5"/>
          </p:nvPr>
        </p:nvSpPr>
        <p:spPr/>
        <p:txBody>
          <a:bodyPr/>
          <a:p>
            <a:fld id="{284A04A3-F266-4C6F-9087-047E68D6E30B}" type="slidenum">
              <a:t>&lt;#&gt;</a:t>
            </a:fld>
          </a:p>
        </p:txBody>
      </p:sp>
      <p:sp>
        <p:nvSpPr>
          <p:cNvPr id="5" name="PlaceHolder 4"/>
          <p:cNvSpPr>
            <a:spLocks noGrp="1"/>
          </p:cNvSpPr>
          <p:nvPr>
            <p:ph type="dt" idx="6"/>
          </p:nvPr>
        </p:nvSpPr>
        <p:spPr/>
        <p:txBody>
          <a:bodyPr/>
          <a:p>
            <a:r>
              <a:rPr lang="en-US"/>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6"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7"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8"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5"/>
          </p:nvPr>
        </p:nvSpPr>
        <p:spPr/>
        <p:txBody>
          <a:bodyPr/>
          <a:p>
            <a:fld id="{39B72856-CB97-49A9-B0CF-088863ADF59A}" type="slidenum">
              <a:t>&lt;#&gt;</a:t>
            </a:fld>
          </a:p>
        </p:txBody>
      </p:sp>
      <p:sp>
        <p:nvSpPr>
          <p:cNvPr id="8" name="PlaceHolder 7"/>
          <p:cNvSpPr>
            <a:spLocks noGrp="1"/>
          </p:cNvSpPr>
          <p:nvPr>
            <p:ph type="dt" idx="6"/>
          </p:nvPr>
        </p:nvSpPr>
        <p:spPr/>
        <p:txBody>
          <a:bodyPr/>
          <a:p>
            <a:r>
              <a:rPr lang="en-US"/>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0"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1"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2" name="PlaceHolder 4"/>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5"/>
          </p:nvPr>
        </p:nvSpPr>
        <p:spPr/>
        <p:txBody>
          <a:bodyPr/>
          <a:p>
            <a:fld id="{9A1AD323-EA4D-4C8D-AED6-2747733F7C3F}" type="slidenum">
              <a:t>&lt;#&gt;</a:t>
            </a:fld>
          </a:p>
        </p:txBody>
      </p:sp>
      <p:sp>
        <p:nvSpPr>
          <p:cNvPr id="8" name="PlaceHolder 7"/>
          <p:cNvSpPr>
            <a:spLocks noGrp="1"/>
          </p:cNvSpPr>
          <p:nvPr>
            <p:ph type="dt" idx="6"/>
          </p:nvPr>
        </p:nvSpPr>
        <p:spPr/>
        <p:txBody>
          <a:bodyPr/>
          <a:p>
            <a:r>
              <a:rPr lang="en-US"/>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4"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5"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6" name="PlaceHolder 4"/>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5"/>
          </p:nvPr>
        </p:nvSpPr>
        <p:spPr/>
        <p:txBody>
          <a:bodyPr/>
          <a:p>
            <a:fld id="{73635FFA-976F-494E-9F15-B77BCE93B88F}" type="slidenum">
              <a:t>&lt;#&gt;</a:t>
            </a:fld>
          </a:p>
        </p:txBody>
      </p:sp>
      <p:sp>
        <p:nvSpPr>
          <p:cNvPr id="8" name="PlaceHolder 7"/>
          <p:cNvSpPr>
            <a:spLocks noGrp="1"/>
          </p:cNvSpPr>
          <p:nvPr>
            <p:ph type="dt" idx="6"/>
          </p:nvPr>
        </p:nvSpPr>
        <p:spPr/>
        <p:txBody>
          <a:bodyPr/>
          <a:p>
            <a:r>
              <a:rPr lang="en-US"/>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8" name="PlaceHolder 2"/>
          <p:cNvSpPr>
            <a:spLocks noGrp="1"/>
          </p:cNvSpPr>
          <p:nvPr>
            <p:ph/>
          </p:nvPr>
        </p:nvSpPr>
        <p:spPr>
          <a:xfrm>
            <a:off x="457200" y="160452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9" name="PlaceHolder 3"/>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4"/>
          </p:nvPr>
        </p:nvSpPr>
        <p:spPr/>
        <p:txBody>
          <a:bodyPr/>
          <a:p>
            <a:r>
              <a:t>Footer</a:t>
            </a:r>
          </a:p>
        </p:txBody>
      </p:sp>
      <p:sp>
        <p:nvSpPr>
          <p:cNvPr id="6" name="PlaceHolder 5"/>
          <p:cNvSpPr>
            <a:spLocks noGrp="1"/>
          </p:cNvSpPr>
          <p:nvPr>
            <p:ph type="sldNum" idx="5"/>
          </p:nvPr>
        </p:nvSpPr>
        <p:spPr/>
        <p:txBody>
          <a:bodyPr/>
          <a:p>
            <a:fld id="{4926A7DF-14E0-4987-AE28-889F2DF6B4F2}" type="slidenum">
              <a:t>&lt;#&gt;</a:t>
            </a:fld>
          </a:p>
        </p:txBody>
      </p:sp>
      <p:sp>
        <p:nvSpPr>
          <p:cNvPr id="7" name="PlaceHolder 6"/>
          <p:cNvSpPr>
            <a:spLocks noGrp="1"/>
          </p:cNvSpPr>
          <p:nvPr>
            <p:ph type="dt" idx="6"/>
          </p:nvPr>
        </p:nvSpPr>
        <p:spPr/>
        <p:txBody>
          <a:bodyPr/>
          <a:p>
            <a:r>
              <a:rPr lang="en-US"/>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71"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2"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3"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4" name="PlaceHolder 5"/>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 name="PlaceHolder 6"/>
          <p:cNvSpPr>
            <a:spLocks noGrp="1"/>
          </p:cNvSpPr>
          <p:nvPr>
            <p:ph type="ftr" idx="4"/>
          </p:nvPr>
        </p:nvSpPr>
        <p:spPr/>
        <p:txBody>
          <a:bodyPr/>
          <a:p>
            <a:r>
              <a:t>Footer</a:t>
            </a:r>
          </a:p>
        </p:txBody>
      </p:sp>
      <p:sp>
        <p:nvSpPr>
          <p:cNvPr id="8" name="PlaceHolder 7"/>
          <p:cNvSpPr>
            <a:spLocks noGrp="1"/>
          </p:cNvSpPr>
          <p:nvPr>
            <p:ph type="sldNum" idx="5"/>
          </p:nvPr>
        </p:nvSpPr>
        <p:spPr/>
        <p:txBody>
          <a:bodyPr/>
          <a:p>
            <a:fld id="{11A49991-0C21-4A3B-9FBC-9E805F135497}" type="slidenum">
              <a:t>&lt;#&gt;</a:t>
            </a:fld>
          </a:p>
        </p:txBody>
      </p:sp>
      <p:sp>
        <p:nvSpPr>
          <p:cNvPr id="9" name="PlaceHolder 8"/>
          <p:cNvSpPr>
            <a:spLocks noGrp="1"/>
          </p:cNvSpPr>
          <p:nvPr>
            <p:ph type="dt" idx="6"/>
          </p:nvPr>
        </p:nvSpPr>
        <p:spPr/>
        <p:txBody>
          <a:bodyPr/>
          <a:p>
            <a:r>
              <a:rPr lang="en-US"/>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76" name="PlaceHolder 2"/>
          <p:cNvSpPr>
            <a:spLocks noGrp="1"/>
          </p:cNvSpPr>
          <p:nvPr>
            <p:ph/>
          </p:nvPr>
        </p:nvSpPr>
        <p:spPr>
          <a:xfrm>
            <a:off x="457200" y="160452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7" name="PlaceHolder 3"/>
          <p:cNvSpPr>
            <a:spLocks noGrp="1"/>
          </p:cNvSpPr>
          <p:nvPr>
            <p:ph/>
          </p:nvPr>
        </p:nvSpPr>
        <p:spPr>
          <a:xfrm>
            <a:off x="3239640" y="160452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8" name="PlaceHolder 4"/>
          <p:cNvSpPr>
            <a:spLocks noGrp="1"/>
          </p:cNvSpPr>
          <p:nvPr>
            <p:ph/>
          </p:nvPr>
        </p:nvSpPr>
        <p:spPr>
          <a:xfrm>
            <a:off x="6022080" y="160452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9" name="PlaceHolder 5"/>
          <p:cNvSpPr>
            <a:spLocks noGrp="1"/>
          </p:cNvSpPr>
          <p:nvPr>
            <p:ph/>
          </p:nvPr>
        </p:nvSpPr>
        <p:spPr>
          <a:xfrm>
            <a:off x="457200" y="368208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80" name="PlaceHolder 6"/>
          <p:cNvSpPr>
            <a:spLocks noGrp="1"/>
          </p:cNvSpPr>
          <p:nvPr>
            <p:ph/>
          </p:nvPr>
        </p:nvSpPr>
        <p:spPr>
          <a:xfrm>
            <a:off x="3239640" y="368208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81" name="PlaceHolder 7"/>
          <p:cNvSpPr>
            <a:spLocks noGrp="1"/>
          </p:cNvSpPr>
          <p:nvPr>
            <p:ph/>
          </p:nvPr>
        </p:nvSpPr>
        <p:spPr>
          <a:xfrm>
            <a:off x="6022080" y="368208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9" name="PlaceHolder 8"/>
          <p:cNvSpPr>
            <a:spLocks noGrp="1"/>
          </p:cNvSpPr>
          <p:nvPr>
            <p:ph type="ftr" idx="4"/>
          </p:nvPr>
        </p:nvSpPr>
        <p:spPr/>
        <p:txBody>
          <a:bodyPr/>
          <a:p>
            <a:r>
              <a:t>Footer</a:t>
            </a:r>
          </a:p>
        </p:txBody>
      </p:sp>
      <p:sp>
        <p:nvSpPr>
          <p:cNvPr id="10" name="PlaceHolder 9"/>
          <p:cNvSpPr>
            <a:spLocks noGrp="1"/>
          </p:cNvSpPr>
          <p:nvPr>
            <p:ph type="sldNum" idx="5"/>
          </p:nvPr>
        </p:nvSpPr>
        <p:spPr/>
        <p:txBody>
          <a:bodyPr/>
          <a:p>
            <a:fld id="{F07A2AD2-77E6-403F-935C-5F08ED68E7FD}" type="slidenum">
              <a:t>&lt;#&gt;</a:t>
            </a:fld>
          </a:p>
        </p:txBody>
      </p:sp>
      <p:sp>
        <p:nvSpPr>
          <p:cNvPr id="11" name="PlaceHolder 10"/>
          <p:cNvSpPr>
            <a:spLocks noGrp="1"/>
          </p:cNvSpPr>
          <p:nvPr>
            <p:ph type="dt" idx="6"/>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57200" y="274680"/>
            <a:ext cx="8228880" cy="11422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 name="PlaceHolder 2"/>
          <p:cNvSpPr>
            <a:spLocks noGrp="1"/>
          </p:cNvSpPr>
          <p:nvPr>
            <p:ph type="ftr" idx="1"/>
          </p:nvPr>
        </p:nvSpPr>
        <p:spPr>
          <a:xfrm>
            <a:off x="3124080" y="6356520"/>
            <a:ext cx="2894760" cy="3643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 </a:t>
            </a:r>
            <a:endParaRPr b="0" lang="en-US" sz="1400" spc="-1" strike="noStrike">
              <a:solidFill>
                <a:srgbClr val="000000"/>
              </a:solidFill>
              <a:latin typeface="Times New Roman"/>
            </a:endParaRPr>
          </a:p>
        </p:txBody>
      </p:sp>
      <p:sp>
        <p:nvSpPr>
          <p:cNvPr id="2" name="PlaceHolder 3"/>
          <p:cNvSpPr>
            <a:spLocks noGrp="1"/>
          </p:cNvSpPr>
          <p:nvPr>
            <p:ph type="sldNum" idx="2"/>
          </p:nvPr>
        </p:nvSpPr>
        <p:spPr>
          <a:xfrm>
            <a:off x="6553080" y="6356520"/>
            <a:ext cx="2133000" cy="364320"/>
          </a:xfrm>
          <a:prstGeom prst="rect">
            <a:avLst/>
          </a:prstGeom>
          <a:noFill/>
          <a:ln w="0">
            <a:noFill/>
          </a:ln>
        </p:spPr>
        <p:txBody>
          <a:bodyPr lIns="90000" rIns="90000" tIns="45000" bIns="45000" anchor="ctr">
            <a:noAutofit/>
          </a:bodyPr>
          <a:lstStyle>
            <a:lvl1pPr indent="0" algn="r">
              <a:lnSpc>
                <a:spcPct val="100000"/>
              </a:lnSpc>
              <a:buNone/>
              <a:tabLst>
                <a:tab algn="l" pos="0"/>
              </a:tabLst>
              <a:defRPr b="0" lang="en-US" sz="1200" spc="-1" strike="noStrike">
                <a:solidFill>
                  <a:srgbClr val="8b8b8b"/>
                </a:solidFill>
                <a:latin typeface="Calibri"/>
              </a:defRPr>
            </a:lvl1pPr>
          </a:lstStyle>
          <a:p>
            <a:pPr indent="0" algn="r">
              <a:lnSpc>
                <a:spcPct val="100000"/>
              </a:lnSpc>
              <a:buNone/>
              <a:tabLst>
                <a:tab algn="l" pos="0"/>
              </a:tabLst>
            </a:pPr>
            <a:fld id="{044DFBC5-B92F-4CEC-A332-671B00622042}" type="slidenum">
              <a:rPr b="0" lang="en-US" sz="1200" spc="-1" strike="noStrike">
                <a:solidFill>
                  <a:srgbClr val="8b8b8b"/>
                </a:solidFill>
                <a:latin typeface="Calibri"/>
              </a:rPr>
              <a:t>15</a:t>
            </a:fld>
            <a:endParaRPr b="0" lang="en-US" sz="1200" spc="-1" strike="noStrike">
              <a:solidFill>
                <a:srgbClr val="000000"/>
              </a:solidFill>
              <a:latin typeface="Times New Roman"/>
            </a:endParaRPr>
          </a:p>
        </p:txBody>
      </p:sp>
      <p:sp>
        <p:nvSpPr>
          <p:cNvPr id="3" name="PlaceHolder 4"/>
          <p:cNvSpPr>
            <a:spLocks noGrp="1"/>
          </p:cNvSpPr>
          <p:nvPr>
            <p:ph type="dt" idx="3"/>
          </p:nvPr>
        </p:nvSpPr>
        <p:spPr>
          <a:xfrm>
            <a:off x="457200" y="6356520"/>
            <a:ext cx="2133000" cy="364320"/>
          </a:xfrm>
          <a:prstGeom prst="rect">
            <a:avLst/>
          </a:prstGeom>
          <a:noFill/>
          <a:ln w="0">
            <a:noFill/>
          </a:ln>
        </p:spPr>
        <p:txBody>
          <a:bodyPr lIns="90000" rIns="90000" tIns="45000" bIns="4500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 </a:t>
            </a:r>
            <a:endParaRPr b="0" lang="en-US" sz="1400" spc="-1" strike="noStrike">
              <a:solidFill>
                <a:srgbClr val="000000"/>
              </a:solidFill>
              <a:latin typeface="Times New Roman"/>
            </a:endParaRPr>
          </a:p>
        </p:txBody>
      </p:sp>
      <p:sp>
        <p:nvSpPr>
          <p:cNvPr id="4"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1" name="PlaceHolder 1"/>
          <p:cNvSpPr>
            <a:spLocks noGrp="1"/>
          </p:cNvSpPr>
          <p:nvPr>
            <p:ph type="ftr" idx="4"/>
          </p:nvPr>
        </p:nvSpPr>
        <p:spPr>
          <a:xfrm>
            <a:off x="3124080" y="6356520"/>
            <a:ext cx="2894760" cy="3643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2" name="PlaceHolder 2"/>
          <p:cNvSpPr>
            <a:spLocks noGrp="1"/>
          </p:cNvSpPr>
          <p:nvPr>
            <p:ph type="sldNum" idx="5"/>
          </p:nvPr>
        </p:nvSpPr>
        <p:spPr>
          <a:xfrm>
            <a:off x="6553080" y="6356520"/>
            <a:ext cx="2133000" cy="364320"/>
          </a:xfrm>
          <a:prstGeom prst="rect">
            <a:avLst/>
          </a:prstGeom>
          <a:noFill/>
          <a:ln w="0">
            <a:noFill/>
          </a:ln>
        </p:spPr>
        <p:txBody>
          <a:bodyPr lIns="90000" rIns="90000" tIns="45000" bIns="45000" anchor="ctr">
            <a:noAutofit/>
          </a:bodyPr>
          <a:lstStyle>
            <a:lvl1pPr indent="0" algn="r">
              <a:lnSpc>
                <a:spcPct val="100000"/>
              </a:lnSpc>
              <a:buNone/>
              <a:tabLst>
                <a:tab algn="l" pos="0"/>
              </a:tabLst>
              <a:defRPr b="0" lang="en-US" sz="1200" spc="-1" strike="noStrike">
                <a:solidFill>
                  <a:srgbClr val="8b8b8b"/>
                </a:solidFill>
                <a:latin typeface="Calibri"/>
              </a:defRPr>
            </a:lvl1pPr>
          </a:lstStyle>
          <a:p>
            <a:pPr indent="0" algn="r">
              <a:lnSpc>
                <a:spcPct val="100000"/>
              </a:lnSpc>
              <a:buNone/>
              <a:tabLst>
                <a:tab algn="l" pos="0"/>
              </a:tabLst>
            </a:pPr>
            <a:fld id="{7D0C8AAF-208B-4B4B-9EDF-8A1DE2E2543D}" type="slidenum">
              <a:rPr b="0" lang="en-US" sz="1200" spc="-1" strike="noStrike">
                <a:solidFill>
                  <a:srgbClr val="8b8b8b"/>
                </a:solidFill>
                <a:latin typeface="Calibri"/>
              </a:rPr>
              <a:t>&lt;number&gt;</a:t>
            </a:fld>
            <a:endParaRPr b="0" lang="en-US" sz="1200" spc="-1" strike="noStrike">
              <a:solidFill>
                <a:srgbClr val="000000"/>
              </a:solidFill>
              <a:latin typeface="Times New Roman"/>
            </a:endParaRPr>
          </a:p>
        </p:txBody>
      </p:sp>
      <p:sp>
        <p:nvSpPr>
          <p:cNvPr id="43" name="PlaceHolder 3"/>
          <p:cNvSpPr>
            <a:spLocks noGrp="1"/>
          </p:cNvSpPr>
          <p:nvPr>
            <p:ph type="dt" idx="6"/>
          </p:nvPr>
        </p:nvSpPr>
        <p:spPr>
          <a:xfrm>
            <a:off x="457200" y="6356520"/>
            <a:ext cx="2133000" cy="364320"/>
          </a:xfrm>
          <a:prstGeom prst="rect">
            <a:avLst/>
          </a:prstGeom>
          <a:noFill/>
          <a:ln w="0">
            <a:noFill/>
          </a:ln>
        </p:spPr>
        <p:txBody>
          <a:bodyPr lIns="90000" rIns="90000" tIns="45000" bIns="4500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44" name="PlaceHolder 4"/>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45"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3.xml"/>
</Relationships>
</file>

<file path=ppt/slides/_rels/slide6.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3.xml"/>
</Relationships>
</file>

<file path=ppt/slides/_rels/slide7.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3.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9.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3.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3.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5.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PlaceHolder 1"/>
          <p:cNvSpPr>
            <a:spLocks noGrp="1"/>
          </p:cNvSpPr>
          <p:nvPr>
            <p:ph type="title"/>
          </p:nvPr>
        </p:nvSpPr>
        <p:spPr>
          <a:xfrm>
            <a:off x="685800" y="2130480"/>
            <a:ext cx="7771680" cy="1469160"/>
          </a:xfrm>
          <a:prstGeom prst="rect">
            <a:avLst/>
          </a:prstGeom>
          <a:noFill/>
          <a:ln w="0">
            <a:noFill/>
          </a:ln>
        </p:spPr>
        <p:txBody>
          <a:bodyPr lIns="0" rIns="0" tIns="0" bIns="0" anchor="ctr">
            <a:normAutofit/>
          </a:bodyPr>
          <a:p>
            <a:pPr indent="0" algn="ctr">
              <a:lnSpc>
                <a:spcPct val="100000"/>
              </a:lnSpc>
              <a:buNone/>
              <a:tabLst>
                <a:tab algn="l" pos="0"/>
              </a:tabLst>
            </a:pPr>
            <a:r>
              <a:rPr b="0" lang="en-US" sz="4400" spc="-1" strike="noStrike">
                <a:solidFill>
                  <a:srgbClr val="000000"/>
                </a:solidFill>
                <a:latin typeface="Calibri"/>
              </a:rPr>
              <a:t>Lesson 3</a:t>
            </a:r>
            <a:endParaRPr b="0" lang="en-US" sz="4400" spc="-1" strike="noStrike">
              <a:solidFill>
                <a:srgbClr val="000000"/>
              </a:solidFill>
              <a:latin typeface="Arial"/>
            </a:endParaRPr>
          </a:p>
        </p:txBody>
      </p:sp>
      <p:sp>
        <p:nvSpPr>
          <p:cNvPr id="83" name="PlaceHolder 2"/>
          <p:cNvSpPr>
            <a:spLocks noGrp="1"/>
          </p:cNvSpPr>
          <p:nvPr>
            <p:ph type="subTitle"/>
          </p:nvPr>
        </p:nvSpPr>
        <p:spPr>
          <a:xfrm>
            <a:off x="1371600" y="3886200"/>
            <a:ext cx="6400080" cy="1751760"/>
          </a:xfrm>
          <a:prstGeom prst="rect">
            <a:avLst/>
          </a:prstGeom>
          <a:noFill/>
          <a:ln w="0">
            <a:noFill/>
          </a:ln>
        </p:spPr>
        <p:txBody>
          <a:bodyPr lIns="0" rIns="0" tIns="0" bIns="0" anchor="t">
            <a:noAutofit/>
          </a:bodyPr>
          <a:p>
            <a:pPr indent="0" algn="ctr">
              <a:lnSpc>
                <a:spcPct val="100000"/>
              </a:lnSpc>
              <a:spcBef>
                <a:spcPts val="641"/>
              </a:spcBef>
              <a:buNone/>
              <a:tabLst>
                <a:tab algn="l" pos="0"/>
              </a:tabLst>
            </a:pPr>
            <a:r>
              <a:rPr b="0" lang="en-US" sz="3200" spc="-1" strike="noStrike">
                <a:solidFill>
                  <a:srgbClr val="8b8b8b"/>
                </a:solidFill>
                <a:latin typeface="Calibri"/>
              </a:rPr>
              <a:t>Random vs Natural Networks</a:t>
            </a:r>
            <a:endParaRPr b="0" lang="en-US"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 name="PlaceHolder 1"/>
          <p:cNvSpPr>
            <a:spLocks noGrp="1"/>
          </p:cNvSpPr>
          <p:nvPr>
            <p:ph type="title"/>
          </p:nvPr>
        </p:nvSpPr>
        <p:spPr>
          <a:xfrm>
            <a:off x="457200" y="274680"/>
            <a:ext cx="8228880" cy="1142280"/>
          </a:xfrm>
          <a:prstGeom prst="rect">
            <a:avLst/>
          </a:prstGeom>
          <a:noFill/>
          <a:ln w="0">
            <a:noFill/>
          </a:ln>
        </p:spPr>
        <p:txBody>
          <a:bodyPr lIns="90000" rIns="90000" tIns="45000" bIns="45000" anchor="ctr">
            <a:noAutofit/>
          </a:bodyPr>
          <a:p>
            <a:pPr indent="0" algn="ctr">
              <a:lnSpc>
                <a:spcPct val="100000"/>
              </a:lnSpc>
              <a:buNone/>
              <a:tabLst>
                <a:tab algn="l" pos="0"/>
              </a:tabLst>
            </a:pPr>
            <a:r>
              <a:rPr b="0" lang="en-US" sz="4400" spc="-1" strike="noStrike">
                <a:solidFill>
                  <a:srgbClr val="000000"/>
                </a:solidFill>
                <a:latin typeface="Calibri"/>
              </a:rPr>
              <a:t>Natural vs. Random</a:t>
            </a:r>
            <a:endParaRPr b="0" lang="en-US" sz="4400" spc="-1" strike="noStrike">
              <a:solidFill>
                <a:srgbClr val="000000"/>
              </a:solidFill>
              <a:latin typeface="Arial"/>
            </a:endParaRPr>
          </a:p>
        </p:txBody>
      </p:sp>
      <p:sp>
        <p:nvSpPr>
          <p:cNvPr id="85" name="PlaceHolder 2"/>
          <p:cNvSpPr>
            <a:spLocks noGrp="1"/>
          </p:cNvSpPr>
          <p:nvPr>
            <p:ph/>
          </p:nvPr>
        </p:nvSpPr>
        <p:spPr>
          <a:xfrm>
            <a:off x="457200" y="1371600"/>
            <a:ext cx="8228880" cy="4525200"/>
          </a:xfrm>
          <a:prstGeom prst="rect">
            <a:avLst/>
          </a:prstGeom>
          <a:noFill/>
          <a:ln w="0">
            <a:noFill/>
          </a:ln>
        </p:spPr>
        <p:txBody>
          <a:bodyPr lIns="90000" rIns="90000" tIns="45000" bIns="45000" anchor="t">
            <a:noAutofit/>
          </a:bodyPr>
          <a:p>
            <a:pPr marL="343080" indent="-343080">
              <a:lnSpc>
                <a:spcPct val="100000"/>
              </a:lnSpc>
              <a:spcBef>
                <a:spcPts val="641"/>
              </a:spcBef>
              <a:buClr>
                <a:srgbClr val="000000"/>
              </a:buClr>
              <a:buFont typeface="Arial"/>
              <a:buChar char="•"/>
            </a:pPr>
            <a:r>
              <a:rPr b="0" lang="en-US" sz="3200" spc="-1" strike="noStrike">
                <a:solidFill>
                  <a:srgbClr val="000000"/>
                </a:solidFill>
                <a:latin typeface="Calibri"/>
              </a:rPr>
              <a:t> </a:t>
            </a:r>
            <a:r>
              <a:rPr b="0" lang="en-US" sz="3200" spc="-1" strike="noStrike">
                <a:solidFill>
                  <a:srgbClr val="000000"/>
                </a:solidFill>
                <a:latin typeface="Calibri"/>
              </a:rPr>
              <a:t>Erdos-Renyi random graphs</a:t>
            </a:r>
            <a:endParaRPr b="0" lang="en-US" sz="3200" spc="-1" strike="noStrike">
              <a:solidFill>
                <a:srgbClr val="000000"/>
              </a:solidFill>
              <a:latin typeface="Arial"/>
            </a:endParaRPr>
          </a:p>
          <a:p>
            <a:pPr lvl="1" marL="864000" indent="-324000">
              <a:lnSpc>
                <a:spcPct val="100000"/>
              </a:lnSpc>
              <a:spcBef>
                <a:spcPts val="1134"/>
              </a:spcBef>
              <a:buClr>
                <a:srgbClr val="000000"/>
              </a:buClr>
              <a:buSzPct val="75000"/>
              <a:buFont typeface="Symbol" charset="2"/>
              <a:buChar char=""/>
            </a:pPr>
            <a:r>
              <a:rPr b="0" lang="en-US" sz="3200" spc="-1" strike="noStrike">
                <a:solidFill>
                  <a:srgbClr val="000000"/>
                </a:solidFill>
                <a:latin typeface="Calibri"/>
              </a:rPr>
              <a:t>Developed in the late 1950’s to describe pure random generation of graphs.  </a:t>
            </a:r>
            <a:endParaRPr b="0" lang="en-US" sz="3200" spc="-1" strike="noStrike">
              <a:solidFill>
                <a:srgbClr val="000000"/>
              </a:solidFill>
              <a:latin typeface="Arial"/>
            </a:endParaRPr>
          </a:p>
          <a:p>
            <a:pPr marL="343080" indent="-343080">
              <a:lnSpc>
                <a:spcPct val="100000"/>
              </a:lnSpc>
              <a:spcBef>
                <a:spcPts val="641"/>
              </a:spcBef>
              <a:buClr>
                <a:srgbClr val="000000"/>
              </a:buClr>
              <a:buFont typeface="Arial"/>
              <a:buChar char="•"/>
            </a:pPr>
            <a:r>
              <a:rPr b="0" lang="en-US" sz="3200" spc="-1" strike="noStrike">
                <a:solidFill>
                  <a:srgbClr val="000000"/>
                </a:solidFill>
                <a:latin typeface="Calibri"/>
              </a:rPr>
              <a:t>Watts-Strogatz small world model</a:t>
            </a:r>
            <a:endParaRPr b="0" lang="en-US" sz="3200" spc="-1" strike="noStrike">
              <a:solidFill>
                <a:srgbClr val="000000"/>
              </a:solidFill>
              <a:latin typeface="Arial"/>
            </a:endParaRPr>
          </a:p>
          <a:p>
            <a:pPr lvl="1" marL="864000" indent="-324000">
              <a:lnSpc>
                <a:spcPct val="100000"/>
              </a:lnSpc>
              <a:spcBef>
                <a:spcPts val="1134"/>
              </a:spcBef>
              <a:buClr>
                <a:srgbClr val="000000"/>
              </a:buClr>
              <a:buSzPct val="75000"/>
              <a:buFont typeface="Symbol" charset="2"/>
              <a:buChar char=""/>
            </a:pPr>
            <a:r>
              <a:rPr b="0" lang="en-US" sz="3200" spc="-1" strike="noStrike">
                <a:solidFill>
                  <a:srgbClr val="000000"/>
                </a:solidFill>
                <a:latin typeface="Calibri"/>
              </a:rPr>
              <a:t>A random graph that has short average path lengths and high clustering</a:t>
            </a:r>
            <a:endParaRPr b="0" lang="en-US" sz="3200" spc="-1" strike="noStrike">
              <a:solidFill>
                <a:srgbClr val="000000"/>
              </a:solidFill>
              <a:latin typeface="Arial"/>
            </a:endParaRPr>
          </a:p>
          <a:p>
            <a:pPr marL="343080" indent="-343080">
              <a:lnSpc>
                <a:spcPct val="100000"/>
              </a:lnSpc>
              <a:spcBef>
                <a:spcPts val="641"/>
              </a:spcBef>
              <a:buClr>
                <a:srgbClr val="000000"/>
              </a:buClr>
              <a:buFont typeface="Arial"/>
              <a:buChar char="•"/>
            </a:pPr>
            <a:r>
              <a:rPr b="0" lang="en-US" sz="3200" spc="-1" strike="noStrike">
                <a:solidFill>
                  <a:srgbClr val="000000"/>
                </a:solidFill>
                <a:latin typeface="Calibri"/>
              </a:rPr>
              <a:t>Barabasi-Albert scale-free networks</a:t>
            </a:r>
            <a:r>
              <a:rPr b="0" lang="en-US" sz="3200" spc="-1" strike="noStrike">
                <a:solidFill>
                  <a:srgbClr val="000000"/>
                </a:solidFill>
                <a:latin typeface="Calibri"/>
              </a:rPr>
              <a:t> </a:t>
            </a:r>
            <a:endParaRPr b="0" lang="en-US" sz="3200" spc="-1" strike="noStrike">
              <a:solidFill>
                <a:srgbClr val="000000"/>
              </a:solidFill>
              <a:latin typeface="Arial"/>
            </a:endParaRPr>
          </a:p>
          <a:p>
            <a:pPr lvl="1" marL="864000" indent="-324000">
              <a:lnSpc>
                <a:spcPct val="100000"/>
              </a:lnSpc>
              <a:spcBef>
                <a:spcPts val="1134"/>
              </a:spcBef>
              <a:buClr>
                <a:srgbClr val="000000"/>
              </a:buClr>
              <a:buSzPct val="75000"/>
              <a:buFont typeface="Symbol" charset="2"/>
              <a:buChar char=""/>
            </a:pPr>
            <a:r>
              <a:rPr b="0" lang="en-US" sz="3200" spc="-1" strike="noStrike">
                <a:solidFill>
                  <a:srgbClr val="000000"/>
                </a:solidFill>
                <a:latin typeface="Calibri"/>
              </a:rPr>
              <a:t>A random graph model used to explain the existence of “hubs” in real networks.</a:t>
            </a:r>
            <a:endParaRPr b="0" lang="en-US" sz="3200" spc="-1" strike="noStrike">
              <a:solidFill>
                <a:srgbClr val="000000"/>
              </a:solidFill>
              <a:latin typeface="Arial"/>
            </a:endParaRPr>
          </a:p>
          <a:p>
            <a:pPr marL="343080" indent="0">
              <a:lnSpc>
                <a:spcPct val="100000"/>
              </a:lnSpc>
              <a:spcBef>
                <a:spcPts val="641"/>
              </a:spcBef>
              <a:buNone/>
            </a:pPr>
            <a:endParaRPr b="0" lang="en-US" sz="3200" spc="-1" strike="noStrike">
              <a:solidFill>
                <a:srgbClr val="000000"/>
              </a:solidFill>
              <a:latin typeface="Arial"/>
            </a:endParaRPr>
          </a:p>
        </p:txBody>
      </p:sp>
      <p:sp>
        <p:nvSpPr>
          <p:cNvPr id="4" name="PlaceHolder 3"/>
          <p:cNvSpPr>
            <a:spLocks noGrp="1"/>
          </p:cNvSpPr>
          <p:nvPr>
            <p:ph type="sldNum" idx="5"/>
          </p:nvPr>
        </p:nvSpPr>
        <p:spPr/>
        <p:txBody>
          <a:bodyPr/>
          <a:p>
            <a:fld id="{BBCF3315-C1CE-4C9F-96D3-234001671A00}" type="slidenum">
              <a:t>2</a:t>
            </a:fld>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 name="PlaceHolder 1"/>
          <p:cNvSpPr>
            <a:spLocks noGrp="1"/>
          </p:cNvSpPr>
          <p:nvPr>
            <p:ph type="title"/>
          </p:nvPr>
        </p:nvSpPr>
        <p:spPr>
          <a:xfrm>
            <a:off x="457200" y="274680"/>
            <a:ext cx="8228880" cy="1142280"/>
          </a:xfrm>
          <a:prstGeom prst="rect">
            <a:avLst/>
          </a:prstGeom>
          <a:noFill/>
          <a:ln w="0">
            <a:noFill/>
          </a:ln>
        </p:spPr>
        <p:txBody>
          <a:bodyPr lIns="90000" rIns="90000" tIns="45000" bIns="45000" anchor="ctr">
            <a:noAutofit/>
          </a:bodyPr>
          <a:p>
            <a:pPr indent="0" algn="ctr">
              <a:lnSpc>
                <a:spcPct val="100000"/>
              </a:lnSpc>
              <a:buNone/>
              <a:tabLst>
                <a:tab algn="l" pos="0"/>
              </a:tabLst>
            </a:pPr>
            <a:r>
              <a:rPr b="0" lang="en-US" sz="4400" spc="-1" strike="noStrike">
                <a:solidFill>
                  <a:srgbClr val="000000"/>
                </a:solidFill>
                <a:latin typeface="Calibri"/>
              </a:rPr>
              <a:t>Theorem of Network Structures (1)</a:t>
            </a:r>
            <a:endParaRPr b="0" lang="en-US" sz="4400" spc="-1" strike="noStrike">
              <a:solidFill>
                <a:srgbClr val="000000"/>
              </a:solidFill>
              <a:latin typeface="Arial"/>
            </a:endParaRPr>
          </a:p>
        </p:txBody>
      </p:sp>
      <p:sp>
        <p:nvSpPr>
          <p:cNvPr id="87" name="PlaceHolder 2"/>
          <p:cNvSpPr>
            <a:spLocks noGrp="1"/>
          </p:cNvSpPr>
          <p:nvPr>
            <p:ph/>
          </p:nvPr>
        </p:nvSpPr>
        <p:spPr>
          <a:xfrm>
            <a:off x="457200" y="1600200"/>
            <a:ext cx="8228880" cy="4525200"/>
          </a:xfrm>
          <a:prstGeom prst="rect">
            <a:avLst/>
          </a:prstGeom>
          <a:noFill/>
          <a:ln w="0">
            <a:noFill/>
          </a:ln>
        </p:spPr>
        <p:txBody>
          <a:bodyPr lIns="90000" rIns="90000" tIns="45000" bIns="45000" anchor="t">
            <a:normAutofit fontScale="90000"/>
          </a:bodyPr>
          <a:p>
            <a:pPr marL="333720" indent="-333720">
              <a:lnSpc>
                <a:spcPct val="100000"/>
              </a:lnSpc>
              <a:spcBef>
                <a:spcPts val="641"/>
              </a:spcBef>
              <a:buClr>
                <a:srgbClr val="000000"/>
              </a:buClr>
              <a:buFont typeface="Arial"/>
              <a:buChar char="•"/>
            </a:pPr>
            <a:r>
              <a:rPr b="0" lang="en-US" sz="3200" spc="-1" strike="noStrike">
                <a:solidFill>
                  <a:srgbClr val="000000"/>
                </a:solidFill>
                <a:latin typeface="Calibri"/>
              </a:rPr>
              <a:t>Social networks in the real world, in general, tend to have shorter average path lengths and diameters indicating that </a:t>
            </a:r>
            <a:r>
              <a:rPr b="0" i="1" lang="en-US" sz="3200" spc="-1" strike="noStrike">
                <a:solidFill>
                  <a:srgbClr val="c00000"/>
                </a:solidFill>
                <a:latin typeface="Calibri"/>
              </a:rPr>
              <a:t>we are able to reach vast majority of the nodes in these networks with fewer connections</a:t>
            </a:r>
            <a:endParaRPr b="0" lang="en-US" sz="3200" spc="-1" strike="noStrike">
              <a:solidFill>
                <a:srgbClr val="000000"/>
              </a:solidFill>
              <a:latin typeface="Arial"/>
            </a:endParaRPr>
          </a:p>
          <a:p>
            <a:pPr lvl="1" marL="722520" indent="-277560">
              <a:lnSpc>
                <a:spcPct val="100000"/>
              </a:lnSpc>
              <a:spcBef>
                <a:spcPts val="561"/>
              </a:spcBef>
              <a:buClr>
                <a:srgbClr val="000000"/>
              </a:buClr>
              <a:buFont typeface="Arial"/>
              <a:buChar char="–"/>
            </a:pPr>
            <a:r>
              <a:rPr b="0" lang="en-US" sz="2800" spc="-1" strike="noStrike">
                <a:solidFill>
                  <a:srgbClr val="000000"/>
                </a:solidFill>
                <a:latin typeface="Calibri"/>
              </a:rPr>
              <a:t>An </a:t>
            </a:r>
            <a:r>
              <a:rPr b="0" i="1" lang="en-US" sz="2800" spc="-1" strike="noStrike">
                <a:solidFill>
                  <a:srgbClr val="c00000"/>
                </a:solidFill>
                <a:latin typeface="Calibri"/>
              </a:rPr>
              <a:t>Erdos-Renyi random graph </a:t>
            </a:r>
            <a:r>
              <a:rPr b="0" lang="en-US" sz="2800" spc="-1" strike="noStrike">
                <a:solidFill>
                  <a:srgbClr val="000000"/>
                </a:solidFill>
                <a:latin typeface="Calibri"/>
              </a:rPr>
              <a:t>G with </a:t>
            </a:r>
            <a:r>
              <a:rPr b="0" i="1" lang="en-US" sz="2800" spc="-1" strike="noStrike">
                <a:solidFill>
                  <a:srgbClr val="000000"/>
                </a:solidFill>
                <a:latin typeface="Calibri"/>
              </a:rPr>
              <a:t>n</a:t>
            </a:r>
            <a:r>
              <a:rPr b="0" lang="en-US" sz="2800" spc="-1" strike="noStrike">
                <a:solidFill>
                  <a:srgbClr val="000000"/>
                </a:solidFill>
                <a:latin typeface="Calibri"/>
              </a:rPr>
              <a:t> nodes is a graph in which each link formed independently with some probability </a:t>
            </a:r>
            <a:r>
              <a:rPr b="0" i="1" lang="en-US" sz="2800" spc="-1" strike="noStrike">
                <a:solidFill>
                  <a:srgbClr val="000000"/>
                </a:solidFill>
                <a:latin typeface="Calibri"/>
              </a:rPr>
              <a:t>p</a:t>
            </a:r>
            <a:endParaRPr b="0" lang="en-US" sz="2800" spc="-1" strike="noStrike">
              <a:solidFill>
                <a:srgbClr val="000000"/>
              </a:solidFill>
              <a:latin typeface="Arial"/>
            </a:endParaRPr>
          </a:p>
          <a:p>
            <a:pPr lvl="2" marL="1111320" indent="-221760">
              <a:lnSpc>
                <a:spcPct val="100000"/>
              </a:lnSpc>
              <a:spcBef>
                <a:spcPts val="479"/>
              </a:spcBef>
              <a:buClr>
                <a:srgbClr val="000000"/>
              </a:buClr>
              <a:buFont typeface="Arial"/>
              <a:buChar char="•"/>
            </a:pPr>
            <a:r>
              <a:rPr b="0" lang="en-US" sz="2400" spc="-1" strike="noStrike">
                <a:solidFill>
                  <a:srgbClr val="000000"/>
                </a:solidFill>
                <a:latin typeface="Calibri"/>
              </a:rPr>
              <a:t>Such a random graph, also referred to as Erdos-Renyi G(n, p) graph, </a:t>
            </a:r>
            <a:r>
              <a:rPr b="0" i="1" lang="en-US" sz="2400" spc="-1" strike="noStrike">
                <a:solidFill>
                  <a:srgbClr val="c00000"/>
                </a:solidFill>
                <a:latin typeface="Calibri"/>
              </a:rPr>
              <a:t>serves as a benchmark for comparing real-world networks </a:t>
            </a:r>
            <a:r>
              <a:rPr b="0" lang="en-US" sz="2400" spc="-1" strike="noStrike">
                <a:solidFill>
                  <a:srgbClr val="000000"/>
                </a:solidFill>
                <a:latin typeface="Calibri"/>
              </a:rPr>
              <a:t>to see if these networks are simply a random phenomenon or do they arise systematically</a:t>
            </a:r>
            <a:endParaRPr b="0" lang="en-US" sz="2400" spc="-1" strike="noStrike">
              <a:solidFill>
                <a:srgbClr val="000000"/>
              </a:solidFill>
              <a:latin typeface="Arial"/>
            </a:endParaRPr>
          </a:p>
        </p:txBody>
      </p:sp>
      <p:sp>
        <p:nvSpPr>
          <p:cNvPr id="4" name="PlaceHolder 3"/>
          <p:cNvSpPr>
            <a:spLocks noGrp="1"/>
          </p:cNvSpPr>
          <p:nvPr>
            <p:ph type="sldNum" idx="5"/>
          </p:nvPr>
        </p:nvSpPr>
        <p:spPr/>
        <p:txBody>
          <a:bodyPr/>
          <a:p>
            <a:fld id="{874082E3-74F2-4E80-920B-EAC4614AB6FB}" type="slidenum">
              <a:t>3</a:t>
            </a:fld>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 name="PlaceHolder 1"/>
          <p:cNvSpPr>
            <a:spLocks noGrp="1"/>
          </p:cNvSpPr>
          <p:nvPr>
            <p:ph type="title"/>
          </p:nvPr>
        </p:nvSpPr>
        <p:spPr>
          <a:xfrm>
            <a:off x="457200" y="274680"/>
            <a:ext cx="8228880" cy="1142280"/>
          </a:xfrm>
          <a:prstGeom prst="rect">
            <a:avLst/>
          </a:prstGeom>
          <a:noFill/>
          <a:ln w="0">
            <a:noFill/>
          </a:ln>
        </p:spPr>
        <p:txBody>
          <a:bodyPr lIns="90000" rIns="90000" tIns="45000" bIns="45000" anchor="ctr">
            <a:noAutofit/>
          </a:bodyPr>
          <a:p>
            <a:pPr indent="0" algn="ctr">
              <a:lnSpc>
                <a:spcPct val="100000"/>
              </a:lnSpc>
              <a:buNone/>
              <a:tabLst>
                <a:tab algn="l" pos="0"/>
              </a:tabLst>
            </a:pPr>
            <a:r>
              <a:rPr b="0" lang="en-US" sz="4400" spc="-1" strike="noStrike">
                <a:solidFill>
                  <a:srgbClr val="000000"/>
                </a:solidFill>
                <a:latin typeface="Calibri"/>
              </a:rPr>
              <a:t>Erdos Renyi</a:t>
            </a:r>
            <a:endParaRPr b="0" lang="en-US" sz="4400" spc="-1" strike="noStrike">
              <a:solidFill>
                <a:srgbClr val="000000"/>
              </a:solidFill>
              <a:latin typeface="Arial"/>
            </a:endParaRPr>
          </a:p>
        </p:txBody>
      </p:sp>
      <p:sp>
        <p:nvSpPr>
          <p:cNvPr id="89" name="PlaceHolder 2"/>
          <p:cNvSpPr>
            <a:spLocks noGrp="1"/>
          </p:cNvSpPr>
          <p:nvPr>
            <p:ph/>
          </p:nvPr>
        </p:nvSpPr>
        <p:spPr>
          <a:xfrm>
            <a:off x="457200" y="1600200"/>
            <a:ext cx="8228880" cy="4525200"/>
          </a:xfrm>
          <a:prstGeom prst="rect">
            <a:avLst/>
          </a:prstGeom>
          <a:noFill/>
          <a:ln w="0">
            <a:noFill/>
          </a:ln>
        </p:spPr>
        <p:txBody>
          <a:bodyPr lIns="90000" rIns="90000" tIns="45000" bIns="45000" anchor="t">
            <a:normAutofit fontScale="85000"/>
          </a:bodyPr>
          <a:p>
            <a:pPr marL="315000" indent="-315000">
              <a:lnSpc>
                <a:spcPct val="100000"/>
              </a:lnSpc>
              <a:spcBef>
                <a:spcPts val="641"/>
              </a:spcBef>
              <a:buClr>
                <a:srgbClr val="000000"/>
              </a:buClr>
              <a:buFont typeface="Arial"/>
              <a:buChar char="•"/>
            </a:pPr>
            <a:r>
              <a:rPr b="0" lang="en-US" sz="3200" spc="-1" strike="noStrike">
                <a:solidFill>
                  <a:srgbClr val="000000"/>
                </a:solidFill>
                <a:latin typeface="Calibri"/>
              </a:rPr>
              <a:t>Suppose there is a vertex set and a parameter </a:t>
            </a:r>
            <a:r>
              <a:rPr b="0" lang="en-US" sz="3200" spc="-1" strike="noStrike">
                <a:solidFill>
                  <a:srgbClr val="000000"/>
                </a:solidFill>
                <a:latin typeface="Calibri"/>
                <a:ea typeface="Calibri"/>
              </a:rPr>
              <a:t>λ</a:t>
            </a:r>
            <a:r>
              <a:rPr b="0" lang="en-US" sz="3200" spc="-1" strike="noStrike">
                <a:solidFill>
                  <a:srgbClr val="000000"/>
                </a:solidFill>
                <a:latin typeface="Calibri"/>
                <a:ea typeface="Calibri"/>
              </a:rPr>
              <a:t> where </a:t>
            </a:r>
            <a:r>
              <a:rPr b="0" lang="en-US" sz="3200" spc="-1" strike="noStrike">
                <a:solidFill>
                  <a:srgbClr val="000000"/>
                </a:solidFill>
                <a:latin typeface="Calibri"/>
                <a:ea typeface="Calibri"/>
              </a:rPr>
              <a:t>λ = np  (n is the number of nodes and p is the independent probability of a tie between any two nodes.)</a:t>
            </a:r>
            <a:endParaRPr b="0" lang="en-US" sz="3200" spc="-1" strike="noStrike">
              <a:solidFill>
                <a:srgbClr val="000000"/>
              </a:solidFill>
              <a:latin typeface="Arial"/>
            </a:endParaRPr>
          </a:p>
          <a:p>
            <a:pPr marL="315000" indent="-315000">
              <a:lnSpc>
                <a:spcPct val="100000"/>
              </a:lnSpc>
              <a:spcBef>
                <a:spcPts val="641"/>
              </a:spcBef>
              <a:buClr>
                <a:srgbClr val="000000"/>
              </a:buClr>
              <a:buFont typeface="Arial"/>
              <a:buChar char="•"/>
            </a:pPr>
            <a:r>
              <a:rPr b="0" lang="en-US" sz="3200" spc="-1" strike="noStrike">
                <a:solidFill>
                  <a:srgbClr val="000000"/>
                </a:solidFill>
                <a:latin typeface="Calibri"/>
                <a:ea typeface="Calibri"/>
              </a:rPr>
              <a:t>A critical point exists at </a:t>
            </a:r>
            <a:r>
              <a:rPr b="0" lang="en-US" sz="3200" spc="-1" strike="noStrike">
                <a:solidFill>
                  <a:srgbClr val="000000"/>
                </a:solidFill>
                <a:latin typeface="Calibri"/>
                <a:ea typeface="Calibri"/>
              </a:rPr>
              <a:t>λ = 1.  </a:t>
            </a:r>
            <a:endParaRPr b="0" lang="en-US" sz="3200" spc="-1" strike="noStrike">
              <a:solidFill>
                <a:srgbClr val="000000"/>
              </a:solidFill>
              <a:latin typeface="Arial"/>
            </a:endParaRPr>
          </a:p>
          <a:p>
            <a:pPr lvl="1" marL="734400" indent="-275400">
              <a:lnSpc>
                <a:spcPct val="100000"/>
              </a:lnSpc>
              <a:spcBef>
                <a:spcPts val="641"/>
              </a:spcBef>
              <a:buClr>
                <a:srgbClr val="000000"/>
              </a:buClr>
              <a:buSzPct val="75000"/>
              <a:buFont typeface="Symbol" charset="2"/>
              <a:buChar char=""/>
            </a:pPr>
            <a:r>
              <a:rPr b="0" lang="en-US" sz="3200" spc="-1" strike="noStrike">
                <a:solidFill>
                  <a:srgbClr val="000000"/>
                </a:solidFill>
                <a:latin typeface="Calibri"/>
                <a:ea typeface="Calibri"/>
              </a:rPr>
              <a:t>λ &lt; 1 → all components are small with the largest of order log(n)</a:t>
            </a:r>
            <a:endParaRPr b="0" lang="en-US" sz="3200" spc="-1" strike="noStrike">
              <a:solidFill>
                <a:srgbClr val="000000"/>
              </a:solidFill>
              <a:latin typeface="Arial"/>
            </a:endParaRPr>
          </a:p>
          <a:p>
            <a:pPr lvl="1" marL="734400" indent="-275400">
              <a:lnSpc>
                <a:spcPct val="100000"/>
              </a:lnSpc>
              <a:spcBef>
                <a:spcPts val="641"/>
              </a:spcBef>
              <a:buClr>
                <a:srgbClr val="000000"/>
              </a:buClr>
              <a:buSzPct val="75000"/>
              <a:buFont typeface="Symbol" charset="2"/>
              <a:buChar char=""/>
            </a:pPr>
            <a:r>
              <a:rPr b="0" lang="en-US" sz="3200" spc="-1" strike="noStrike">
                <a:solidFill>
                  <a:srgbClr val="000000"/>
                </a:solidFill>
                <a:latin typeface="Calibri"/>
                <a:ea typeface="Calibri"/>
              </a:rPr>
              <a:t>λ &gt; 1 → the graph will have a giant component and the second largest component will be order log(n)</a:t>
            </a:r>
            <a:endParaRPr b="0" lang="en-US" sz="3200" spc="-1" strike="noStrike">
              <a:solidFill>
                <a:srgbClr val="000000"/>
              </a:solidFill>
              <a:latin typeface="Arial"/>
            </a:endParaRPr>
          </a:p>
          <a:p>
            <a:pPr lvl="1" marL="734400" indent="-275400">
              <a:lnSpc>
                <a:spcPct val="100000"/>
              </a:lnSpc>
              <a:spcBef>
                <a:spcPts val="641"/>
              </a:spcBef>
              <a:buClr>
                <a:srgbClr val="000000"/>
              </a:buClr>
              <a:buSzPct val="75000"/>
              <a:buFont typeface="Symbol" charset="2"/>
              <a:buChar char=""/>
            </a:pPr>
            <a:r>
              <a:rPr b="0" lang="en-US" sz="3200" spc="-1" strike="noStrike">
                <a:solidFill>
                  <a:srgbClr val="000000"/>
                </a:solidFill>
                <a:latin typeface="Calibri"/>
                <a:ea typeface="Calibri"/>
              </a:rPr>
              <a:t>λ = 1 the largest components have size n^(2/3) </a:t>
            </a:r>
            <a:endParaRPr b="0" lang="en-US" sz="3200" spc="-1" strike="noStrike">
              <a:solidFill>
                <a:srgbClr val="000000"/>
              </a:solidFill>
              <a:latin typeface="Arial"/>
            </a:endParaRPr>
          </a:p>
        </p:txBody>
      </p:sp>
      <p:sp>
        <p:nvSpPr>
          <p:cNvPr id="4" name="PlaceHolder 3"/>
          <p:cNvSpPr>
            <a:spLocks noGrp="1"/>
          </p:cNvSpPr>
          <p:nvPr>
            <p:ph type="sldNum" idx="5"/>
          </p:nvPr>
        </p:nvSpPr>
        <p:spPr/>
        <p:txBody>
          <a:bodyPr/>
          <a:p>
            <a:fld id="{413C4660-87D1-421D-8501-D062CE68F63B}" type="slidenum">
              <a:t>4</a:t>
            </a:fld>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 name="PlaceHolder 1"/>
          <p:cNvSpPr>
            <a:spLocks noGrp="1"/>
          </p:cNvSpPr>
          <p:nvPr>
            <p:ph type="title"/>
          </p:nvPr>
        </p:nvSpPr>
        <p:spPr>
          <a:xfrm>
            <a:off x="457200" y="274680"/>
            <a:ext cx="8228880" cy="1142280"/>
          </a:xfrm>
          <a:prstGeom prst="rect">
            <a:avLst/>
          </a:prstGeom>
          <a:noFill/>
          <a:ln w="0">
            <a:noFill/>
          </a:ln>
        </p:spPr>
        <p:txBody>
          <a:bodyPr lIns="90000" rIns="90000" tIns="45000" bIns="45000" anchor="ctr">
            <a:noAutofit/>
          </a:bodyPr>
          <a:p>
            <a:pPr indent="0" algn="ctr">
              <a:lnSpc>
                <a:spcPct val="100000"/>
              </a:lnSpc>
              <a:buNone/>
              <a:tabLst>
                <a:tab algn="l" pos="0"/>
              </a:tabLst>
            </a:pPr>
            <a:r>
              <a:rPr b="0" lang="en-US" sz="4400" spc="-1" strike="noStrike">
                <a:solidFill>
                  <a:srgbClr val="000000"/>
                </a:solidFill>
                <a:latin typeface="Calibri"/>
              </a:rPr>
              <a:t>Erdos Renyi (n = 100, p = 0.02)</a:t>
            </a:r>
            <a:endParaRPr b="0" lang="en-US" sz="4400" spc="-1" strike="noStrike">
              <a:solidFill>
                <a:srgbClr val="000000"/>
              </a:solidFill>
              <a:latin typeface="Arial"/>
            </a:endParaRPr>
          </a:p>
        </p:txBody>
      </p:sp>
      <p:pic>
        <p:nvPicPr>
          <p:cNvPr id="91" name="" descr=""/>
          <p:cNvPicPr/>
          <p:nvPr/>
        </p:nvPicPr>
        <p:blipFill>
          <a:blip r:embed="rId1"/>
          <a:stretch/>
        </p:blipFill>
        <p:spPr>
          <a:xfrm>
            <a:off x="0" y="1473480"/>
            <a:ext cx="9143640" cy="3942360"/>
          </a:xfrm>
          <a:prstGeom prst="rect">
            <a:avLst/>
          </a:prstGeom>
          <a:ln w="0">
            <a:noFill/>
          </a:ln>
        </p:spPr>
      </p:pic>
      <p:sp>
        <p:nvSpPr>
          <p:cNvPr id="3" name="PlaceHolder 2"/>
          <p:cNvSpPr>
            <a:spLocks noGrp="1"/>
          </p:cNvSpPr>
          <p:nvPr>
            <p:ph type="sldNum" idx="5"/>
          </p:nvPr>
        </p:nvSpPr>
        <p:spPr/>
        <p:txBody>
          <a:bodyPr/>
          <a:p>
            <a:fld id="{DAB7EDA9-E31C-4BBB-8822-0AA6FA49A593}" type="slidenum">
              <a:t>5</a:t>
            </a:fld>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 name="PlaceHolder 1"/>
          <p:cNvSpPr>
            <a:spLocks noGrp="1"/>
          </p:cNvSpPr>
          <p:nvPr>
            <p:ph type="title"/>
          </p:nvPr>
        </p:nvSpPr>
        <p:spPr>
          <a:xfrm>
            <a:off x="457200" y="274680"/>
            <a:ext cx="8228880" cy="1142280"/>
          </a:xfrm>
          <a:prstGeom prst="rect">
            <a:avLst/>
          </a:prstGeom>
          <a:noFill/>
          <a:ln w="0">
            <a:noFill/>
          </a:ln>
        </p:spPr>
        <p:txBody>
          <a:bodyPr lIns="90000" rIns="90000" tIns="45000" bIns="45000" anchor="ctr">
            <a:noAutofit/>
          </a:bodyPr>
          <a:p>
            <a:pPr indent="0" algn="ctr">
              <a:lnSpc>
                <a:spcPct val="100000"/>
              </a:lnSpc>
              <a:buNone/>
              <a:tabLst>
                <a:tab algn="l" pos="0"/>
              </a:tabLst>
            </a:pPr>
            <a:r>
              <a:rPr b="0" lang="en-US" sz="4400" spc="-1" strike="noStrike">
                <a:solidFill>
                  <a:srgbClr val="000000"/>
                </a:solidFill>
                <a:latin typeface="Calibri"/>
              </a:rPr>
              <a:t>Erdos Renyi (n = 100, p = 0.01)</a:t>
            </a:r>
            <a:endParaRPr b="0" lang="en-US" sz="4400" spc="-1" strike="noStrike">
              <a:solidFill>
                <a:srgbClr val="000000"/>
              </a:solidFill>
              <a:latin typeface="Arial"/>
            </a:endParaRPr>
          </a:p>
        </p:txBody>
      </p:sp>
      <p:pic>
        <p:nvPicPr>
          <p:cNvPr id="93" name="" descr=""/>
          <p:cNvPicPr/>
          <p:nvPr/>
        </p:nvPicPr>
        <p:blipFill>
          <a:blip r:embed="rId1"/>
          <a:stretch/>
        </p:blipFill>
        <p:spPr>
          <a:xfrm>
            <a:off x="0" y="1468800"/>
            <a:ext cx="9143640" cy="3952080"/>
          </a:xfrm>
          <a:prstGeom prst="rect">
            <a:avLst/>
          </a:prstGeom>
          <a:ln w="0">
            <a:noFill/>
          </a:ln>
        </p:spPr>
      </p:pic>
      <p:sp>
        <p:nvSpPr>
          <p:cNvPr id="3" name="PlaceHolder 2"/>
          <p:cNvSpPr>
            <a:spLocks noGrp="1"/>
          </p:cNvSpPr>
          <p:nvPr>
            <p:ph type="sldNum" idx="5"/>
          </p:nvPr>
        </p:nvSpPr>
        <p:spPr/>
        <p:txBody>
          <a:bodyPr/>
          <a:p>
            <a:fld id="{029B2890-1DDB-4A7B-B425-C28E5E563CD9}" type="slidenum">
              <a:t>6</a:t>
            </a:fld>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 name="PlaceHolder 1"/>
          <p:cNvSpPr>
            <a:spLocks noGrp="1"/>
          </p:cNvSpPr>
          <p:nvPr>
            <p:ph type="title"/>
          </p:nvPr>
        </p:nvSpPr>
        <p:spPr>
          <a:xfrm>
            <a:off x="457200" y="274680"/>
            <a:ext cx="8228880" cy="1142280"/>
          </a:xfrm>
          <a:prstGeom prst="rect">
            <a:avLst/>
          </a:prstGeom>
          <a:noFill/>
          <a:ln w="0">
            <a:noFill/>
          </a:ln>
        </p:spPr>
        <p:txBody>
          <a:bodyPr lIns="90000" rIns="90000" tIns="45000" bIns="45000" anchor="ctr">
            <a:noAutofit/>
          </a:bodyPr>
          <a:p>
            <a:pPr indent="0" algn="ctr">
              <a:lnSpc>
                <a:spcPct val="100000"/>
              </a:lnSpc>
              <a:buNone/>
              <a:tabLst>
                <a:tab algn="l" pos="0"/>
              </a:tabLst>
            </a:pPr>
            <a:r>
              <a:rPr b="0" lang="en-US" sz="4400" spc="-1" strike="noStrike">
                <a:solidFill>
                  <a:srgbClr val="000000"/>
                </a:solidFill>
                <a:latin typeface="Calibri"/>
              </a:rPr>
              <a:t>Erdos Renyi (n = 100, p = 0.05)</a:t>
            </a:r>
            <a:endParaRPr b="0" lang="en-US" sz="4400" spc="-1" strike="noStrike">
              <a:solidFill>
                <a:srgbClr val="000000"/>
              </a:solidFill>
              <a:latin typeface="Arial"/>
            </a:endParaRPr>
          </a:p>
        </p:txBody>
      </p:sp>
      <p:pic>
        <p:nvPicPr>
          <p:cNvPr id="95" name="" descr=""/>
          <p:cNvPicPr/>
          <p:nvPr/>
        </p:nvPicPr>
        <p:blipFill>
          <a:blip r:embed="rId1"/>
          <a:stretch/>
        </p:blipFill>
        <p:spPr>
          <a:xfrm>
            <a:off x="0" y="1529640"/>
            <a:ext cx="9143640" cy="3956760"/>
          </a:xfrm>
          <a:prstGeom prst="rect">
            <a:avLst/>
          </a:prstGeom>
          <a:ln w="0">
            <a:noFill/>
          </a:ln>
        </p:spPr>
      </p:pic>
      <p:sp>
        <p:nvSpPr>
          <p:cNvPr id="3" name="PlaceHolder 2"/>
          <p:cNvSpPr>
            <a:spLocks noGrp="1"/>
          </p:cNvSpPr>
          <p:nvPr>
            <p:ph type="sldNum" idx="5"/>
          </p:nvPr>
        </p:nvSpPr>
        <p:spPr/>
        <p:txBody>
          <a:bodyPr/>
          <a:p>
            <a:fld id="{29A8531D-4934-466B-892A-D73BE408999A}" type="slidenum">
              <a:t>7</a:t>
            </a:fld>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PlaceHolder 1"/>
          <p:cNvSpPr>
            <a:spLocks noGrp="1"/>
          </p:cNvSpPr>
          <p:nvPr>
            <p:ph type="title"/>
          </p:nvPr>
        </p:nvSpPr>
        <p:spPr>
          <a:xfrm>
            <a:off x="457200" y="274680"/>
            <a:ext cx="8228880" cy="1142280"/>
          </a:xfrm>
          <a:prstGeom prst="rect">
            <a:avLst/>
          </a:prstGeom>
          <a:noFill/>
          <a:ln w="0">
            <a:noFill/>
          </a:ln>
        </p:spPr>
        <p:txBody>
          <a:bodyPr lIns="90000" rIns="90000" tIns="45000" bIns="45000" anchor="ctr">
            <a:noAutofit/>
          </a:bodyPr>
          <a:p>
            <a:pPr indent="0" algn="ctr">
              <a:lnSpc>
                <a:spcPct val="100000"/>
              </a:lnSpc>
              <a:buNone/>
              <a:tabLst>
                <a:tab algn="l" pos="0"/>
              </a:tabLst>
            </a:pPr>
            <a:r>
              <a:rPr b="0" lang="en-US" sz="4400" spc="-1" strike="noStrike">
                <a:solidFill>
                  <a:srgbClr val="000000"/>
                </a:solidFill>
                <a:latin typeface="Calibri"/>
              </a:rPr>
              <a:t>Theorem of Network Structures (2)</a:t>
            </a:r>
            <a:endParaRPr b="0" lang="en-US" sz="4400" spc="-1" strike="noStrike">
              <a:solidFill>
                <a:srgbClr val="000000"/>
              </a:solidFill>
              <a:latin typeface="Arial"/>
            </a:endParaRPr>
          </a:p>
        </p:txBody>
      </p:sp>
      <p:sp>
        <p:nvSpPr>
          <p:cNvPr id="97" name="PlaceHolder 2"/>
          <p:cNvSpPr>
            <a:spLocks noGrp="1"/>
          </p:cNvSpPr>
          <p:nvPr>
            <p:ph/>
          </p:nvPr>
        </p:nvSpPr>
        <p:spPr>
          <a:xfrm>
            <a:off x="457200" y="1600200"/>
            <a:ext cx="8228880" cy="4525200"/>
          </a:xfrm>
          <a:prstGeom prst="rect">
            <a:avLst/>
          </a:prstGeom>
          <a:noFill/>
          <a:ln w="0">
            <a:noFill/>
          </a:ln>
        </p:spPr>
        <p:txBody>
          <a:bodyPr lIns="90000" rIns="90000" tIns="45000" bIns="45000" anchor="t">
            <a:normAutofit fontScale="75000"/>
          </a:bodyPr>
          <a:p>
            <a:pPr marL="302400" indent="-302400">
              <a:lnSpc>
                <a:spcPct val="100000"/>
              </a:lnSpc>
              <a:spcBef>
                <a:spcPts val="641"/>
              </a:spcBef>
              <a:buClr>
                <a:srgbClr val="000000"/>
              </a:buClr>
              <a:buFont typeface="Arial"/>
              <a:buChar char="•"/>
            </a:pPr>
            <a:r>
              <a:rPr b="0" lang="en-US" sz="3200" spc="-1" strike="noStrike">
                <a:solidFill>
                  <a:srgbClr val="000000"/>
                </a:solidFill>
                <a:latin typeface="Calibri"/>
              </a:rPr>
              <a:t>Laws of large numbers allow us to make generalized probabilistic statements such as</a:t>
            </a:r>
            <a:endParaRPr b="0" lang="en-US" sz="3200" spc="-1" strike="noStrike">
              <a:solidFill>
                <a:srgbClr val="000000"/>
              </a:solidFill>
              <a:latin typeface="Arial"/>
            </a:endParaRPr>
          </a:p>
          <a:p>
            <a:pPr lvl="1" marL="655560" indent="-251640">
              <a:lnSpc>
                <a:spcPct val="100000"/>
              </a:lnSpc>
              <a:spcBef>
                <a:spcPts val="561"/>
              </a:spcBef>
              <a:buClr>
                <a:srgbClr val="000000"/>
              </a:buClr>
              <a:buFont typeface="Arial"/>
              <a:buChar char="–"/>
            </a:pPr>
            <a:r>
              <a:rPr b="0" lang="en-US" sz="2800" spc="-1" strike="noStrike">
                <a:solidFill>
                  <a:srgbClr val="000000"/>
                </a:solidFill>
                <a:latin typeface="Calibri"/>
              </a:rPr>
              <a:t> </a:t>
            </a:r>
            <a:r>
              <a:rPr b="0" lang="en-US" sz="2800" spc="-1" strike="noStrike">
                <a:solidFill>
                  <a:srgbClr val="000000"/>
                </a:solidFill>
                <a:latin typeface="Calibri"/>
              </a:rPr>
              <a:t>the average degree of a network with </a:t>
            </a:r>
            <a:r>
              <a:rPr b="0" i="1" lang="en-US" sz="2800" spc="-1" strike="noStrike">
                <a:solidFill>
                  <a:srgbClr val="000000"/>
                </a:solidFill>
                <a:latin typeface="Calibri"/>
              </a:rPr>
              <a:t>n</a:t>
            </a:r>
            <a:r>
              <a:rPr b="0" lang="en-US" sz="2800" spc="-1" strike="noStrike">
                <a:solidFill>
                  <a:srgbClr val="000000"/>
                </a:solidFill>
                <a:latin typeface="Calibri"/>
              </a:rPr>
              <a:t> nodes is at least as large as the log of the number of nodes</a:t>
            </a:r>
            <a:endParaRPr b="0" lang="en-US" sz="2800" spc="-1" strike="noStrike">
              <a:solidFill>
                <a:srgbClr val="000000"/>
              </a:solidFill>
              <a:latin typeface="Arial"/>
            </a:endParaRPr>
          </a:p>
          <a:p>
            <a:pPr lvl="2" marL="1008000" indent="-201240">
              <a:lnSpc>
                <a:spcPct val="100000"/>
              </a:lnSpc>
              <a:spcBef>
                <a:spcPts val="479"/>
              </a:spcBef>
              <a:buClr>
                <a:srgbClr val="c00000"/>
              </a:buClr>
              <a:buFont typeface="Arial"/>
              <a:buChar char="•"/>
            </a:pPr>
            <a:r>
              <a:rPr b="0" lang="pt-BR" sz="2400" spc="-1" strike="noStrike">
                <a:solidFill>
                  <a:srgbClr val="c00000"/>
                </a:solidFill>
                <a:latin typeface="Calibri"/>
              </a:rPr>
              <a:t>d(n) ≥ (1 + ɛ) log(n) for some ɛ &gt; 0</a:t>
            </a:r>
            <a:endParaRPr b="0" lang="en-US" sz="2400" spc="-1" strike="noStrike">
              <a:solidFill>
                <a:srgbClr val="000000"/>
              </a:solidFill>
              <a:latin typeface="Arial"/>
            </a:endParaRPr>
          </a:p>
          <a:p>
            <a:pPr lvl="2" marL="1008000" indent="-201240">
              <a:lnSpc>
                <a:spcPct val="100000"/>
              </a:lnSpc>
              <a:spcBef>
                <a:spcPts val="479"/>
              </a:spcBef>
              <a:buClr>
                <a:srgbClr val="000000"/>
              </a:buClr>
              <a:buFont typeface="Arial"/>
              <a:buChar char="•"/>
            </a:pPr>
            <a:r>
              <a:rPr b="0" lang="en-US" sz="2400" spc="-1" strike="noStrike">
                <a:solidFill>
                  <a:srgbClr val="000000"/>
                </a:solidFill>
                <a:latin typeface="Calibri"/>
              </a:rPr>
              <a:t>In large networks, links are dense enough so that network is connected and there is a high degree of probability that we can reach any node in the network from any other node</a:t>
            </a:r>
            <a:endParaRPr b="0" lang="en-US" sz="2400" spc="-1" strike="noStrike">
              <a:solidFill>
                <a:srgbClr val="000000"/>
              </a:solidFill>
              <a:latin typeface="Arial"/>
            </a:endParaRPr>
          </a:p>
          <a:p>
            <a:pPr lvl="1" marL="655560" indent="-251640">
              <a:lnSpc>
                <a:spcPct val="100000"/>
              </a:lnSpc>
              <a:spcBef>
                <a:spcPts val="561"/>
              </a:spcBef>
              <a:buClr>
                <a:srgbClr val="000000"/>
              </a:buClr>
              <a:buFont typeface="Arial"/>
              <a:buChar char="–"/>
            </a:pPr>
            <a:r>
              <a:rPr b="0" lang="en-US" sz="2800" spc="-1" strike="noStrike">
                <a:solidFill>
                  <a:srgbClr val="000000"/>
                </a:solidFill>
                <a:latin typeface="Calibri"/>
              </a:rPr>
              <a:t>the average degree of a node is very small compared to the number of nodes in the network so the network is not too complete</a:t>
            </a:r>
            <a:endParaRPr b="0" lang="en-US" sz="2800" spc="-1" strike="noStrike">
              <a:solidFill>
                <a:srgbClr val="000000"/>
              </a:solidFill>
              <a:latin typeface="Arial"/>
            </a:endParaRPr>
          </a:p>
          <a:p>
            <a:pPr lvl="2" marL="1008000" indent="-201240">
              <a:lnSpc>
                <a:spcPct val="100000"/>
              </a:lnSpc>
              <a:spcBef>
                <a:spcPts val="479"/>
              </a:spcBef>
              <a:buClr>
                <a:srgbClr val="c00000"/>
              </a:buClr>
              <a:buFont typeface="Arial"/>
              <a:buChar char="•"/>
            </a:pPr>
            <a:r>
              <a:rPr b="0" lang="en-US" sz="2400" spc="-1" strike="noStrike">
                <a:solidFill>
                  <a:srgbClr val="c00000"/>
                </a:solidFill>
                <a:latin typeface="Calibri"/>
              </a:rPr>
              <a:t>d(n) / n → 0</a:t>
            </a:r>
            <a:endParaRPr b="0" lang="en-US" sz="2400" spc="-1" strike="noStrike">
              <a:solidFill>
                <a:srgbClr val="000000"/>
              </a:solidFill>
              <a:latin typeface="Arial"/>
            </a:endParaRPr>
          </a:p>
          <a:p>
            <a:pPr lvl="2" marL="1008000" indent="-201240">
              <a:lnSpc>
                <a:spcPct val="100000"/>
              </a:lnSpc>
              <a:spcBef>
                <a:spcPts val="479"/>
              </a:spcBef>
              <a:buClr>
                <a:srgbClr val="000000"/>
              </a:buClr>
              <a:buFont typeface="Arial"/>
              <a:buChar char="•"/>
            </a:pPr>
            <a:r>
              <a:rPr b="0" lang="en-US" sz="2400" spc="-1" strike="noStrike">
                <a:solidFill>
                  <a:srgbClr val="000000"/>
                </a:solidFill>
                <a:latin typeface="Calibri"/>
              </a:rPr>
              <a:t>It is not the case that every node can reach another node with a path length of 1</a:t>
            </a:r>
            <a:endParaRPr b="0" lang="en-US" sz="2400" spc="-1" strike="noStrike">
              <a:solidFill>
                <a:srgbClr val="000000"/>
              </a:solidFill>
              <a:latin typeface="Arial"/>
            </a:endParaRPr>
          </a:p>
        </p:txBody>
      </p:sp>
      <p:sp>
        <p:nvSpPr>
          <p:cNvPr id="4" name="PlaceHolder 3"/>
          <p:cNvSpPr>
            <a:spLocks noGrp="1"/>
          </p:cNvSpPr>
          <p:nvPr>
            <p:ph type="sldNum" idx="5"/>
          </p:nvPr>
        </p:nvSpPr>
        <p:spPr/>
        <p:txBody>
          <a:bodyPr/>
          <a:p>
            <a:fld id="{648C6111-1367-4C7D-B806-816B4167A8E2}" type="slidenum">
              <a:t>8</a:t>
            </a:fld>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 name="PlaceHolder 1"/>
          <p:cNvSpPr>
            <a:spLocks noGrp="1"/>
          </p:cNvSpPr>
          <p:nvPr>
            <p:ph type="title"/>
          </p:nvPr>
        </p:nvSpPr>
        <p:spPr>
          <a:xfrm>
            <a:off x="457200" y="274680"/>
            <a:ext cx="8228880" cy="1142280"/>
          </a:xfrm>
          <a:prstGeom prst="rect">
            <a:avLst/>
          </a:prstGeom>
          <a:noFill/>
          <a:ln w="0">
            <a:noFill/>
          </a:ln>
        </p:spPr>
        <p:txBody>
          <a:bodyPr lIns="90000" rIns="90000" tIns="45000" bIns="45000" anchor="ctr">
            <a:noAutofit/>
          </a:bodyPr>
          <a:p>
            <a:pPr indent="0" algn="ctr">
              <a:lnSpc>
                <a:spcPct val="100000"/>
              </a:lnSpc>
              <a:buNone/>
              <a:tabLst>
                <a:tab algn="l" pos="0"/>
              </a:tabLst>
            </a:pPr>
            <a:r>
              <a:rPr b="0" lang="en-US" sz="4400" spc="-1" strike="noStrike">
                <a:solidFill>
                  <a:srgbClr val="000000"/>
                </a:solidFill>
                <a:latin typeface="Calibri"/>
              </a:rPr>
              <a:t>Theorem of Network Structures (3)</a:t>
            </a:r>
            <a:endParaRPr b="0" lang="en-US" sz="4400" spc="-1" strike="noStrike">
              <a:solidFill>
                <a:srgbClr val="000000"/>
              </a:solidFill>
              <a:latin typeface="Arial"/>
            </a:endParaRPr>
          </a:p>
        </p:txBody>
      </p:sp>
      <p:sp>
        <p:nvSpPr>
          <p:cNvPr id="99" name="PlaceHolder 2"/>
          <p:cNvSpPr>
            <a:spLocks noGrp="1"/>
          </p:cNvSpPr>
          <p:nvPr>
            <p:ph/>
          </p:nvPr>
        </p:nvSpPr>
        <p:spPr>
          <a:xfrm>
            <a:off x="457200" y="4267080"/>
            <a:ext cx="8305200" cy="1858320"/>
          </a:xfrm>
          <a:prstGeom prst="rect">
            <a:avLst/>
          </a:prstGeom>
          <a:noFill/>
          <a:ln w="0">
            <a:noFill/>
          </a:ln>
        </p:spPr>
        <p:txBody>
          <a:bodyPr lIns="90000" rIns="90000" tIns="45000" bIns="45000" anchor="t">
            <a:normAutofit fontScale="63000"/>
          </a:bodyPr>
          <a:p>
            <a:pPr marL="308160" indent="-308160">
              <a:lnSpc>
                <a:spcPct val="100000"/>
              </a:lnSpc>
              <a:spcBef>
                <a:spcPts val="641"/>
              </a:spcBef>
              <a:buClr>
                <a:srgbClr val="000000"/>
              </a:buClr>
              <a:buFont typeface="Arial"/>
              <a:buChar char="•"/>
            </a:pPr>
            <a:r>
              <a:rPr b="0" lang="en-US" sz="3200" spc="-1" strike="noStrike">
                <a:solidFill>
                  <a:srgbClr val="000000"/>
                </a:solidFill>
                <a:latin typeface="Calibri"/>
              </a:rPr>
              <a:t>Given these two conditions, we can say with a high degree of probability that when n is large, the average path length and diameter of the network are approximately proportional to the ratio of the log of number of nodes to the log of the average degree of the network</a:t>
            </a:r>
            <a:endParaRPr b="0" lang="en-US" sz="3200" spc="-1" strike="noStrike">
              <a:solidFill>
                <a:srgbClr val="000000"/>
              </a:solidFill>
              <a:latin typeface="Arial"/>
            </a:endParaRPr>
          </a:p>
          <a:p>
            <a:pPr lvl="1" marL="668160" indent="0">
              <a:lnSpc>
                <a:spcPct val="100000"/>
              </a:lnSpc>
              <a:spcBef>
                <a:spcPts val="561"/>
              </a:spcBef>
              <a:buNone/>
            </a:pPr>
            <a:r>
              <a:rPr b="0" lang="en-US" sz="2800" spc="-1" strike="noStrike">
                <a:solidFill>
                  <a:srgbClr val="c00000"/>
                </a:solidFill>
                <a:latin typeface="Calibri"/>
              </a:rPr>
              <a:t>log(n) / log(d)</a:t>
            </a:r>
            <a:endParaRPr b="0" lang="en-US" sz="2800" spc="-1" strike="noStrike">
              <a:solidFill>
                <a:srgbClr val="000000"/>
              </a:solidFill>
              <a:latin typeface="Arial"/>
            </a:endParaRPr>
          </a:p>
        </p:txBody>
      </p:sp>
      <p:pic>
        <p:nvPicPr>
          <p:cNvPr id="100" name="Picture 1" descr="Figure 9: Reachability of nodes in a network with degree 4"/>
          <p:cNvPicPr/>
          <p:nvPr/>
        </p:nvPicPr>
        <p:blipFill>
          <a:blip r:embed="rId1"/>
          <a:stretch/>
        </p:blipFill>
        <p:spPr>
          <a:xfrm>
            <a:off x="1021320" y="1417680"/>
            <a:ext cx="7100280" cy="2742480"/>
          </a:xfrm>
          <a:prstGeom prst="rect">
            <a:avLst/>
          </a:prstGeom>
          <a:ln w="0">
            <a:noFill/>
          </a:ln>
        </p:spPr>
      </p:pic>
      <p:sp>
        <p:nvSpPr>
          <p:cNvPr id="4" name="PlaceHolder 3"/>
          <p:cNvSpPr>
            <a:spLocks noGrp="1"/>
          </p:cNvSpPr>
          <p:nvPr>
            <p:ph type="sldNum" idx="5"/>
          </p:nvPr>
        </p:nvSpPr>
        <p:spPr/>
        <p:txBody>
          <a:bodyPr/>
          <a:p>
            <a:fld id="{9AB35C8C-B52A-404F-B7F1-484A22724CBC}" type="slidenum">
              <a:t>9</a:t>
            </a:fld>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 name="PlaceHolder 1"/>
          <p:cNvSpPr>
            <a:spLocks noGrp="1"/>
          </p:cNvSpPr>
          <p:nvPr>
            <p:ph type="title"/>
          </p:nvPr>
        </p:nvSpPr>
        <p:spPr>
          <a:xfrm>
            <a:off x="457200" y="274680"/>
            <a:ext cx="8228880" cy="1142280"/>
          </a:xfrm>
          <a:prstGeom prst="rect">
            <a:avLst/>
          </a:prstGeom>
          <a:noFill/>
          <a:ln w="0">
            <a:noFill/>
          </a:ln>
        </p:spPr>
        <p:txBody>
          <a:bodyPr lIns="90000" rIns="90000" tIns="45000" bIns="45000" anchor="ctr">
            <a:noAutofit/>
          </a:bodyPr>
          <a:p>
            <a:pPr indent="0" algn="ctr">
              <a:lnSpc>
                <a:spcPct val="100000"/>
              </a:lnSpc>
              <a:buNone/>
              <a:tabLst>
                <a:tab algn="l" pos="0"/>
              </a:tabLst>
            </a:pPr>
            <a:r>
              <a:rPr b="0" lang="en-US" sz="4400" spc="-1" strike="noStrike">
                <a:solidFill>
                  <a:srgbClr val="000000"/>
                </a:solidFill>
                <a:latin typeface="Calibri"/>
              </a:rPr>
              <a:t>Theorem of Network Structures (4)</a:t>
            </a:r>
            <a:endParaRPr b="0" lang="en-US" sz="4400" spc="-1" strike="noStrike">
              <a:solidFill>
                <a:srgbClr val="000000"/>
              </a:solidFill>
              <a:latin typeface="Arial"/>
            </a:endParaRPr>
          </a:p>
        </p:txBody>
      </p:sp>
      <p:sp>
        <p:nvSpPr>
          <p:cNvPr id="102" name="PlaceHolder 2"/>
          <p:cNvSpPr>
            <a:spLocks noGrp="1"/>
          </p:cNvSpPr>
          <p:nvPr>
            <p:ph/>
          </p:nvPr>
        </p:nvSpPr>
        <p:spPr>
          <a:xfrm>
            <a:off x="457200" y="1600200"/>
            <a:ext cx="8228880" cy="4525200"/>
          </a:xfrm>
          <a:prstGeom prst="rect">
            <a:avLst/>
          </a:prstGeom>
          <a:noFill/>
          <a:ln w="0">
            <a:noFill/>
          </a:ln>
        </p:spPr>
        <p:txBody>
          <a:bodyPr lIns="90000" rIns="90000" tIns="45000" bIns="45000" anchor="t">
            <a:normAutofit fontScale="74000"/>
          </a:bodyPr>
          <a:p>
            <a:pPr marL="326880" indent="-326880">
              <a:lnSpc>
                <a:spcPct val="100000"/>
              </a:lnSpc>
              <a:spcBef>
                <a:spcPts val="641"/>
              </a:spcBef>
              <a:buClr>
                <a:srgbClr val="000000"/>
              </a:buClr>
              <a:buFont typeface="Arial"/>
              <a:buChar char="•"/>
            </a:pPr>
            <a:r>
              <a:rPr b="0" lang="en-US" sz="3200" spc="-1" strike="noStrike">
                <a:solidFill>
                  <a:srgbClr val="000000"/>
                </a:solidFill>
                <a:latin typeface="Calibri"/>
              </a:rPr>
              <a:t>In step m, we can reach d(d – 1)</a:t>
            </a:r>
            <a:r>
              <a:rPr b="0" lang="en-US" sz="3200" spc="-1" strike="noStrike" baseline="30000">
                <a:solidFill>
                  <a:srgbClr val="000000"/>
                </a:solidFill>
                <a:latin typeface="Calibri"/>
              </a:rPr>
              <a:t>m - 1</a:t>
            </a:r>
            <a:r>
              <a:rPr b="0" lang="en-US" sz="3200" spc="-1" strike="noStrike">
                <a:solidFill>
                  <a:srgbClr val="000000"/>
                </a:solidFill>
                <a:latin typeface="Calibri"/>
              </a:rPr>
              <a:t> nodes. So the number of nodes reached out from the root in m steps is:</a:t>
            </a:r>
            <a:endParaRPr b="0" lang="en-US" sz="3200" spc="-1" strike="noStrike">
              <a:solidFill>
                <a:srgbClr val="000000"/>
              </a:solidFill>
              <a:latin typeface="Arial"/>
            </a:endParaRPr>
          </a:p>
          <a:p>
            <a:pPr indent="0">
              <a:lnSpc>
                <a:spcPct val="100000"/>
              </a:lnSpc>
              <a:spcBef>
                <a:spcPts val="641"/>
              </a:spcBef>
              <a:buNone/>
              <a:tabLst>
                <a:tab algn="l" pos="0"/>
              </a:tabLst>
            </a:pPr>
            <a:r>
              <a:rPr b="0" lang="en-US" sz="3200" spc="-1" strike="noStrike">
                <a:solidFill>
                  <a:srgbClr val="000000"/>
                </a:solidFill>
                <a:latin typeface="Calibri"/>
              </a:rPr>
              <a:t>	</a:t>
            </a:r>
            <a:r>
              <a:rPr b="0" lang="en-US" sz="3200" spc="-1" strike="noStrike">
                <a:solidFill>
                  <a:srgbClr val="c00000"/>
                </a:solidFill>
                <a:latin typeface="Calibri"/>
              </a:rPr>
              <a:t>d + d(d – 1) + … + d(d – 1)</a:t>
            </a:r>
            <a:r>
              <a:rPr b="0" lang="en-US" sz="3200" spc="-1" strike="noStrike" baseline="30000">
                <a:solidFill>
                  <a:srgbClr val="c00000"/>
                </a:solidFill>
                <a:latin typeface="Calibri"/>
              </a:rPr>
              <a:t>m - 1</a:t>
            </a:r>
            <a:r>
              <a:rPr b="0" lang="en-US" sz="3200" spc="-1" strike="noStrike">
                <a:solidFill>
                  <a:srgbClr val="c00000"/>
                </a:solidFill>
                <a:latin typeface="Calibri"/>
              </a:rPr>
              <a:t> = d((d – 1)</a:t>
            </a:r>
            <a:r>
              <a:rPr b="0" lang="en-US" sz="3200" spc="-1" strike="noStrike" baseline="30000">
                <a:solidFill>
                  <a:srgbClr val="c00000"/>
                </a:solidFill>
                <a:latin typeface="Calibri"/>
              </a:rPr>
              <a:t>m</a:t>
            </a:r>
            <a:r>
              <a:rPr b="0" lang="en-US" sz="3200" spc="-1" strike="noStrike">
                <a:solidFill>
                  <a:srgbClr val="c00000"/>
                </a:solidFill>
                <a:latin typeface="Calibri"/>
              </a:rPr>
              <a:t> – 1) / (d – 2)</a:t>
            </a:r>
            <a:endParaRPr b="0" lang="en-US" sz="3200" spc="-1" strike="noStrike">
              <a:solidFill>
                <a:srgbClr val="000000"/>
              </a:solidFill>
              <a:latin typeface="Arial"/>
            </a:endParaRPr>
          </a:p>
          <a:p>
            <a:pPr indent="0">
              <a:lnSpc>
                <a:spcPct val="100000"/>
              </a:lnSpc>
              <a:spcBef>
                <a:spcPts val="641"/>
              </a:spcBef>
              <a:buNone/>
              <a:tabLst>
                <a:tab algn="l" pos="0"/>
              </a:tabLst>
            </a:pPr>
            <a:r>
              <a:rPr b="0" lang="en-US" sz="3200" spc="-1" strike="noStrike">
                <a:solidFill>
                  <a:srgbClr val="c00000"/>
                </a:solidFill>
                <a:latin typeface="Calibri"/>
              </a:rPr>
              <a:t>	</a:t>
            </a:r>
            <a:r>
              <a:rPr b="0" lang="en-US" sz="3200" spc="-1" strike="noStrike">
                <a:solidFill>
                  <a:srgbClr val="c00000"/>
                </a:solidFill>
                <a:latin typeface="Calibri"/>
              </a:rPr>
              <a:t>	</a:t>
            </a:r>
            <a:r>
              <a:rPr b="0" lang="en-US" sz="3200" spc="-1" strike="noStrike">
                <a:solidFill>
                  <a:srgbClr val="c00000"/>
                </a:solidFill>
                <a:latin typeface="Calibri"/>
              </a:rPr>
              <a:t>	</a:t>
            </a:r>
            <a:r>
              <a:rPr b="0" lang="en-US" sz="3200" spc="-1" strike="noStrike">
                <a:solidFill>
                  <a:srgbClr val="c00000"/>
                </a:solidFill>
                <a:latin typeface="Calibri"/>
              </a:rPr>
              <a:t>	</a:t>
            </a:r>
            <a:r>
              <a:rPr b="0" lang="en-US" sz="3200" spc="-1" strike="noStrike">
                <a:solidFill>
                  <a:srgbClr val="c00000"/>
                </a:solidFill>
                <a:latin typeface="Calibri"/>
              </a:rPr>
              <a:t>     ≈ </a:t>
            </a:r>
            <a:r>
              <a:rPr b="0" lang="en-US" sz="3200" spc="-1" strike="noStrike">
                <a:solidFill>
                  <a:srgbClr val="c00000"/>
                </a:solidFill>
                <a:latin typeface="Calibri"/>
              </a:rPr>
              <a:t>(d – 1)</a:t>
            </a:r>
            <a:r>
              <a:rPr b="0" lang="en-US" sz="3200" spc="-1" strike="noStrike" baseline="30000">
                <a:solidFill>
                  <a:srgbClr val="c00000"/>
                </a:solidFill>
                <a:latin typeface="Calibri"/>
              </a:rPr>
              <a:t>m</a:t>
            </a:r>
            <a:endParaRPr b="0" lang="en-US" sz="3200" spc="-1" strike="noStrike">
              <a:solidFill>
                <a:srgbClr val="000000"/>
              </a:solidFill>
              <a:latin typeface="Arial"/>
            </a:endParaRPr>
          </a:p>
          <a:p>
            <a:pPr marL="326880" indent="-326880">
              <a:lnSpc>
                <a:spcPct val="100000"/>
              </a:lnSpc>
              <a:spcBef>
                <a:spcPts val="641"/>
              </a:spcBef>
              <a:buClr>
                <a:srgbClr val="000000"/>
              </a:buClr>
              <a:buFont typeface="Arial"/>
              <a:buChar char="•"/>
              <a:tabLst>
                <a:tab algn="l" pos="0"/>
              </a:tabLst>
            </a:pPr>
            <a:r>
              <a:rPr b="0" lang="en-US" sz="3200" spc="-1" strike="noStrike">
                <a:solidFill>
                  <a:srgbClr val="000000"/>
                </a:solidFill>
                <a:latin typeface="Calibri"/>
              </a:rPr>
              <a:t>The first step above is simply the sum of a geometric series. The second step is an approximation</a:t>
            </a:r>
            <a:endParaRPr b="0" lang="en-US" sz="3200" spc="-1" strike="noStrike">
              <a:solidFill>
                <a:srgbClr val="000000"/>
              </a:solidFill>
              <a:latin typeface="Arial"/>
            </a:endParaRPr>
          </a:p>
          <a:p>
            <a:pPr marL="326880" indent="-326880">
              <a:lnSpc>
                <a:spcPct val="100000"/>
              </a:lnSpc>
              <a:spcBef>
                <a:spcPts val="641"/>
              </a:spcBef>
              <a:buClr>
                <a:srgbClr val="000000"/>
              </a:buClr>
              <a:buFont typeface="Arial"/>
              <a:buChar char="•"/>
              <a:tabLst>
                <a:tab algn="l" pos="0"/>
              </a:tabLst>
            </a:pPr>
            <a:r>
              <a:rPr b="0" lang="en-US" sz="3200" spc="-1" strike="noStrike">
                <a:solidFill>
                  <a:srgbClr val="000000"/>
                </a:solidFill>
                <a:latin typeface="Calibri"/>
              </a:rPr>
              <a:t>To reach (n – 1) nodes from the root in m steps, therefore:</a:t>
            </a:r>
            <a:endParaRPr b="0" lang="en-US" sz="3200" spc="-1" strike="noStrike">
              <a:solidFill>
                <a:srgbClr val="000000"/>
              </a:solidFill>
              <a:latin typeface="Arial"/>
            </a:endParaRPr>
          </a:p>
          <a:p>
            <a:pPr indent="0">
              <a:lnSpc>
                <a:spcPct val="100000"/>
              </a:lnSpc>
              <a:spcBef>
                <a:spcPts val="641"/>
              </a:spcBef>
              <a:buNone/>
              <a:tabLst>
                <a:tab algn="l" pos="0"/>
              </a:tabLst>
            </a:pPr>
            <a:r>
              <a:rPr b="0" lang="en-US" sz="3200" spc="-1" strike="noStrike">
                <a:solidFill>
                  <a:srgbClr val="000000"/>
                </a:solidFill>
                <a:latin typeface="Calibri"/>
              </a:rPr>
              <a:t>	</a:t>
            </a:r>
            <a:r>
              <a:rPr b="0" lang="en-US" sz="3200" spc="-1" strike="noStrike">
                <a:solidFill>
                  <a:srgbClr val="c00000"/>
                </a:solidFill>
                <a:latin typeface="Calibri"/>
              </a:rPr>
              <a:t>(d – 1)</a:t>
            </a:r>
            <a:r>
              <a:rPr b="0" lang="en-US" sz="3200" spc="-1" strike="noStrike" baseline="30000">
                <a:solidFill>
                  <a:srgbClr val="c00000"/>
                </a:solidFill>
                <a:latin typeface="Calibri"/>
              </a:rPr>
              <a:t>m</a:t>
            </a:r>
            <a:r>
              <a:rPr b="0" lang="en-US" sz="3200" spc="-1" strike="noStrike">
                <a:solidFill>
                  <a:srgbClr val="c00000"/>
                </a:solidFill>
                <a:latin typeface="Calibri"/>
              </a:rPr>
              <a:t> = n </a:t>
            </a:r>
            <a:endParaRPr b="0" lang="en-US" sz="3200" spc="-1" strike="noStrike">
              <a:solidFill>
                <a:srgbClr val="000000"/>
              </a:solidFill>
              <a:latin typeface="Arial"/>
            </a:endParaRPr>
          </a:p>
          <a:p>
            <a:pPr marL="326880" indent="-326880">
              <a:lnSpc>
                <a:spcPct val="100000"/>
              </a:lnSpc>
              <a:spcBef>
                <a:spcPts val="641"/>
              </a:spcBef>
              <a:buClr>
                <a:srgbClr val="000000"/>
              </a:buClr>
              <a:buFont typeface="Arial"/>
              <a:buChar char="•"/>
              <a:tabLst>
                <a:tab algn="l" pos="0"/>
              </a:tabLst>
            </a:pPr>
            <a:r>
              <a:rPr b="0" lang="en-US" sz="3200" spc="-1" strike="noStrike">
                <a:solidFill>
                  <a:srgbClr val="000000"/>
                </a:solidFill>
                <a:latin typeface="Calibri"/>
              </a:rPr>
              <a:t>Taking log of both sides and approximating (log(d) ≈ log(d – 1)) we get:</a:t>
            </a:r>
            <a:endParaRPr b="0" lang="en-US" sz="3200" spc="-1" strike="noStrike">
              <a:solidFill>
                <a:srgbClr val="000000"/>
              </a:solidFill>
              <a:latin typeface="Arial"/>
            </a:endParaRPr>
          </a:p>
          <a:p>
            <a:pPr indent="0">
              <a:lnSpc>
                <a:spcPct val="100000"/>
              </a:lnSpc>
              <a:spcBef>
                <a:spcPts val="641"/>
              </a:spcBef>
              <a:buNone/>
              <a:tabLst>
                <a:tab algn="l" pos="0"/>
              </a:tabLst>
            </a:pPr>
            <a:r>
              <a:rPr b="0" lang="en-US" sz="3200" spc="-1" strike="noStrike">
                <a:solidFill>
                  <a:srgbClr val="000000"/>
                </a:solidFill>
                <a:latin typeface="Calibri"/>
              </a:rPr>
              <a:t>	</a:t>
            </a:r>
            <a:r>
              <a:rPr b="0" lang="en-US" sz="3200" spc="-1" strike="noStrike">
                <a:solidFill>
                  <a:srgbClr val="c00000"/>
                </a:solidFill>
                <a:latin typeface="Calibri"/>
              </a:rPr>
              <a:t>m = log(n) / log(d)</a:t>
            </a:r>
            <a:endParaRPr b="0" lang="en-US" sz="3200" spc="-1" strike="noStrike">
              <a:solidFill>
                <a:srgbClr val="000000"/>
              </a:solidFill>
              <a:latin typeface="Arial"/>
            </a:endParaRPr>
          </a:p>
          <a:p>
            <a:pPr indent="0">
              <a:lnSpc>
                <a:spcPct val="100000"/>
              </a:lnSpc>
              <a:spcBef>
                <a:spcPts val="641"/>
              </a:spcBef>
              <a:buNone/>
              <a:tabLst>
                <a:tab algn="l" pos="0"/>
              </a:tabLst>
            </a:pPr>
            <a:endParaRPr b="0" lang="en-US" sz="3200" spc="-1" strike="noStrike">
              <a:solidFill>
                <a:srgbClr val="000000"/>
              </a:solidFill>
              <a:latin typeface="Arial"/>
            </a:endParaRPr>
          </a:p>
        </p:txBody>
      </p:sp>
      <p:sp>
        <p:nvSpPr>
          <p:cNvPr id="4" name="PlaceHolder 3"/>
          <p:cNvSpPr>
            <a:spLocks noGrp="1"/>
          </p:cNvSpPr>
          <p:nvPr>
            <p:ph type="sldNum" idx="5"/>
          </p:nvPr>
        </p:nvSpPr>
        <p:spPr/>
        <p:txBody>
          <a:bodyPr/>
          <a:p>
            <a:fld id="{397EBFED-4C4D-4C59-9396-D1E45DE69F50}" type="slidenum">
              <a:t>10</a:t>
            </a:fld>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 name="PlaceHolder 1"/>
          <p:cNvSpPr>
            <a:spLocks noGrp="1"/>
          </p:cNvSpPr>
          <p:nvPr>
            <p:ph type="title"/>
          </p:nvPr>
        </p:nvSpPr>
        <p:spPr>
          <a:xfrm>
            <a:off x="457200" y="274680"/>
            <a:ext cx="8228880" cy="1142280"/>
          </a:xfrm>
          <a:prstGeom prst="rect">
            <a:avLst/>
          </a:prstGeom>
          <a:noFill/>
          <a:ln w="0">
            <a:noFill/>
          </a:ln>
        </p:spPr>
        <p:txBody>
          <a:bodyPr lIns="90000" rIns="90000" tIns="45000" bIns="45000" anchor="ctr">
            <a:noAutofit/>
          </a:bodyPr>
          <a:p>
            <a:pPr indent="0" algn="ctr">
              <a:lnSpc>
                <a:spcPct val="100000"/>
              </a:lnSpc>
              <a:buNone/>
              <a:tabLst>
                <a:tab algn="l" pos="0"/>
              </a:tabLst>
            </a:pPr>
            <a:r>
              <a:rPr b="0" lang="en-US" sz="4400" spc="-1" strike="noStrike">
                <a:solidFill>
                  <a:srgbClr val="000000"/>
                </a:solidFill>
                <a:latin typeface="Calibri"/>
              </a:rPr>
              <a:t>Theorem of Network Structures (5)</a:t>
            </a:r>
            <a:endParaRPr b="0" lang="en-US" sz="4400" spc="-1" strike="noStrike">
              <a:solidFill>
                <a:srgbClr val="000000"/>
              </a:solidFill>
              <a:latin typeface="Arial"/>
            </a:endParaRPr>
          </a:p>
        </p:txBody>
      </p:sp>
      <p:sp>
        <p:nvSpPr>
          <p:cNvPr id="104" name="PlaceHolder 2"/>
          <p:cNvSpPr>
            <a:spLocks noGrp="1"/>
          </p:cNvSpPr>
          <p:nvPr>
            <p:ph/>
          </p:nvPr>
        </p:nvSpPr>
        <p:spPr>
          <a:xfrm>
            <a:off x="457200" y="1600200"/>
            <a:ext cx="8228880" cy="4525200"/>
          </a:xfrm>
          <a:prstGeom prst="rect">
            <a:avLst/>
          </a:prstGeom>
          <a:noFill/>
          <a:ln w="0">
            <a:noFill/>
          </a:ln>
        </p:spPr>
        <p:txBody>
          <a:bodyPr lIns="90000" rIns="90000" tIns="45000" bIns="45000" anchor="t">
            <a:normAutofit fontScale="89000"/>
          </a:bodyPr>
          <a:p>
            <a:pPr marL="329400" indent="-329400">
              <a:lnSpc>
                <a:spcPct val="100000"/>
              </a:lnSpc>
              <a:spcBef>
                <a:spcPts val="641"/>
              </a:spcBef>
              <a:buClr>
                <a:srgbClr val="000000"/>
              </a:buClr>
              <a:buFont typeface="Arial"/>
              <a:buChar char="•"/>
            </a:pPr>
            <a:r>
              <a:rPr b="0" lang="en-US" sz="3200" spc="-1" strike="noStrike">
                <a:solidFill>
                  <a:srgbClr val="000000"/>
                </a:solidFill>
                <a:latin typeface="Calibri"/>
              </a:rPr>
              <a:t>Social networks in the real world, therefore, tend to have shorter average path lengths and diameters indicating that we are able to reach vast majority of the nodes in these networks with fewer connections</a:t>
            </a:r>
            <a:endParaRPr b="0" lang="en-US" sz="3200" spc="-1" strike="noStrike">
              <a:solidFill>
                <a:srgbClr val="000000"/>
              </a:solidFill>
              <a:latin typeface="Arial"/>
            </a:endParaRPr>
          </a:p>
          <a:p>
            <a:pPr lvl="1" marL="714240" indent="-274320">
              <a:lnSpc>
                <a:spcPct val="100000"/>
              </a:lnSpc>
              <a:spcBef>
                <a:spcPts val="561"/>
              </a:spcBef>
              <a:buClr>
                <a:srgbClr val="000000"/>
              </a:buClr>
              <a:buFont typeface="Arial"/>
              <a:buChar char="–"/>
            </a:pPr>
            <a:r>
              <a:rPr b="0" lang="en-US" sz="2800" spc="-1" strike="noStrike">
                <a:solidFill>
                  <a:srgbClr val="000000"/>
                </a:solidFill>
                <a:latin typeface="Calibri"/>
              </a:rPr>
              <a:t>The world population is n = 7.6 billion and if we assume that typical number of friends and relatives a person has is d = 50 then log(n) / log(d) ≈  6. </a:t>
            </a:r>
            <a:endParaRPr b="0" lang="en-US" sz="2800" spc="-1" strike="noStrike">
              <a:solidFill>
                <a:srgbClr val="000000"/>
              </a:solidFill>
              <a:latin typeface="Arial"/>
            </a:endParaRPr>
          </a:p>
          <a:p>
            <a:pPr lvl="1" marL="714240" indent="-274320">
              <a:lnSpc>
                <a:spcPct val="100000"/>
              </a:lnSpc>
              <a:spcBef>
                <a:spcPts val="561"/>
              </a:spcBef>
              <a:buClr>
                <a:srgbClr val="000000"/>
              </a:buClr>
              <a:buFont typeface="Arial"/>
              <a:buChar char="–"/>
            </a:pPr>
            <a:r>
              <a:rPr b="0" lang="en-US" sz="2800" spc="-1" strike="noStrike">
                <a:solidFill>
                  <a:srgbClr val="000000"/>
                </a:solidFill>
                <a:latin typeface="Calibri"/>
              </a:rPr>
              <a:t>The number 6 is known as the </a:t>
            </a:r>
            <a:r>
              <a:rPr b="0" i="1" lang="en-US" sz="2800" spc="-1" strike="noStrike">
                <a:solidFill>
                  <a:srgbClr val="c00000"/>
                </a:solidFill>
                <a:latin typeface="Calibri"/>
              </a:rPr>
              <a:t>six degrees of separation</a:t>
            </a:r>
            <a:r>
              <a:rPr b="0" lang="en-US" sz="2800" spc="-1" strike="noStrike">
                <a:solidFill>
                  <a:srgbClr val="000000"/>
                </a:solidFill>
                <a:latin typeface="Calibri"/>
              </a:rPr>
              <a:t>, i.e., to get from one individual to the other in the world you only need six hops, a small world!</a:t>
            </a:r>
            <a:endParaRPr b="0" lang="en-US" sz="2800" spc="-1" strike="noStrike">
              <a:solidFill>
                <a:srgbClr val="000000"/>
              </a:solidFill>
              <a:latin typeface="Arial"/>
            </a:endParaRPr>
          </a:p>
        </p:txBody>
      </p:sp>
      <p:sp>
        <p:nvSpPr>
          <p:cNvPr id="4" name="PlaceHolder 3"/>
          <p:cNvSpPr>
            <a:spLocks noGrp="1"/>
          </p:cNvSpPr>
          <p:nvPr>
            <p:ph type="sldNum" idx="5"/>
          </p:nvPr>
        </p:nvSpPr>
        <p:spPr/>
        <p:txBody>
          <a:bodyPr/>
          <a:p>
            <a:fld id="{B6403836-EA46-4409-9E64-B3EC4298E275}" type="slidenum">
              <a:t>11</a:t>
            </a:fld>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 name="PlaceHolder 1"/>
          <p:cNvSpPr>
            <a:spLocks noGrp="1"/>
          </p:cNvSpPr>
          <p:nvPr>
            <p:ph type="title"/>
          </p:nvPr>
        </p:nvSpPr>
        <p:spPr>
          <a:xfrm>
            <a:off x="457200" y="274680"/>
            <a:ext cx="8228880" cy="1142280"/>
          </a:xfrm>
          <a:prstGeom prst="rect">
            <a:avLst/>
          </a:prstGeom>
          <a:noFill/>
          <a:ln w="0">
            <a:noFill/>
          </a:ln>
        </p:spPr>
        <p:txBody>
          <a:bodyPr lIns="90000" rIns="90000" tIns="45000" bIns="45000" anchor="ctr">
            <a:noAutofit/>
          </a:bodyPr>
          <a:p>
            <a:pPr indent="0" algn="ctr">
              <a:lnSpc>
                <a:spcPct val="100000"/>
              </a:lnSpc>
              <a:buNone/>
              <a:tabLst>
                <a:tab algn="l" pos="0"/>
              </a:tabLst>
            </a:pPr>
            <a:r>
              <a:rPr b="0" lang="en-US" sz="4400" spc="-1" strike="noStrike">
                <a:solidFill>
                  <a:srgbClr val="000000"/>
                </a:solidFill>
                <a:latin typeface="Calibri"/>
              </a:rPr>
              <a:t>ER graphs miss...</a:t>
            </a:r>
            <a:endParaRPr b="0" lang="en-US" sz="4400" spc="-1" strike="noStrike">
              <a:solidFill>
                <a:srgbClr val="000000"/>
              </a:solidFill>
              <a:latin typeface="Arial"/>
            </a:endParaRPr>
          </a:p>
        </p:txBody>
      </p:sp>
      <p:sp>
        <p:nvSpPr>
          <p:cNvPr id="106" name="PlaceHolder 2"/>
          <p:cNvSpPr>
            <a:spLocks noGrp="1"/>
          </p:cNvSpPr>
          <p:nvPr>
            <p:ph/>
          </p:nvPr>
        </p:nvSpPr>
        <p:spPr>
          <a:xfrm>
            <a:off x="457200" y="1600200"/>
            <a:ext cx="8228880" cy="4525200"/>
          </a:xfrm>
          <a:prstGeom prst="rect">
            <a:avLst/>
          </a:prstGeom>
          <a:noFill/>
          <a:ln w="0">
            <a:noFill/>
          </a:ln>
        </p:spPr>
        <p:txBody>
          <a:bodyPr lIns="90000" rIns="90000" tIns="45000" bIns="45000" anchor="t">
            <a:normAutofit fontScale="91000"/>
          </a:bodyPr>
          <a:p>
            <a:pPr marL="336960" indent="-336960">
              <a:lnSpc>
                <a:spcPct val="100000"/>
              </a:lnSpc>
              <a:spcBef>
                <a:spcPts val="641"/>
              </a:spcBef>
              <a:buClr>
                <a:srgbClr val="000000"/>
              </a:buClr>
              <a:buFont typeface="Arial"/>
              <a:buChar char="•"/>
            </a:pPr>
            <a:r>
              <a:rPr b="0" lang="en-US" sz="3200" spc="-1" strike="noStrike">
                <a:solidFill>
                  <a:srgbClr val="000000"/>
                </a:solidFill>
                <a:latin typeface="Calibri"/>
              </a:rPr>
              <a:t>The ER model assumes consistent, independent probabilities of ties.  But, in the real world::</a:t>
            </a:r>
            <a:endParaRPr b="0" lang="en-US" sz="3200" spc="-1" strike="noStrike">
              <a:solidFill>
                <a:srgbClr val="000000"/>
              </a:solidFill>
              <a:latin typeface="Arial"/>
            </a:endParaRPr>
          </a:p>
          <a:p>
            <a:pPr lvl="1" marL="730440" indent="-280440">
              <a:lnSpc>
                <a:spcPct val="100000"/>
              </a:lnSpc>
              <a:spcBef>
                <a:spcPts val="561"/>
              </a:spcBef>
              <a:buClr>
                <a:srgbClr val="000000"/>
              </a:buClr>
              <a:buFont typeface="Arial"/>
              <a:buChar char="–"/>
            </a:pPr>
            <a:r>
              <a:rPr b="0" lang="en-US" sz="2800" spc="-1" strike="noStrike">
                <a:solidFill>
                  <a:srgbClr val="000000"/>
                </a:solidFill>
                <a:latin typeface="Calibri"/>
              </a:rPr>
              <a:t>When node A is connected to B and B is connected to C it increases the chance that A is connected to C (triadic closure).  This produces low clustering within the graphs (clustering coefficients will be covered in a later topic)</a:t>
            </a:r>
            <a:endParaRPr b="0" lang="en-US" sz="2800" spc="-1" strike="noStrike">
              <a:solidFill>
                <a:srgbClr val="000000"/>
              </a:solidFill>
              <a:latin typeface="Arial"/>
            </a:endParaRPr>
          </a:p>
          <a:p>
            <a:pPr lvl="1" marL="730440" indent="-280440">
              <a:lnSpc>
                <a:spcPct val="100000"/>
              </a:lnSpc>
              <a:spcBef>
                <a:spcPts val="561"/>
              </a:spcBef>
              <a:buClr>
                <a:srgbClr val="000000"/>
              </a:buClr>
              <a:buFont typeface="Arial"/>
              <a:buChar char="–"/>
            </a:pPr>
            <a:r>
              <a:rPr b="0" lang="en-US" sz="2800" spc="-1" strike="noStrike">
                <a:solidFill>
                  <a:srgbClr val="000000"/>
                </a:solidFill>
                <a:latin typeface="Calibri"/>
              </a:rPr>
              <a:t>The degree distribution of ER graphs converge to a Poisson Distribution (count of events distribution) which does not mimic real world factors (we’ll come back to this later today).</a:t>
            </a:r>
            <a:endParaRPr b="0" lang="en-US" sz="2800" spc="-1" strike="noStrike">
              <a:solidFill>
                <a:srgbClr val="000000"/>
              </a:solidFill>
              <a:latin typeface="Arial"/>
            </a:endParaRPr>
          </a:p>
        </p:txBody>
      </p:sp>
      <p:sp>
        <p:nvSpPr>
          <p:cNvPr id="4" name="PlaceHolder 3"/>
          <p:cNvSpPr>
            <a:spLocks noGrp="1"/>
          </p:cNvSpPr>
          <p:nvPr>
            <p:ph type="sldNum" idx="5"/>
          </p:nvPr>
        </p:nvSpPr>
        <p:spPr/>
        <p:txBody>
          <a:bodyPr/>
          <a:p>
            <a:fld id="{8362D615-0BAF-430A-955A-9B30C5450488}" type="slidenum">
              <a:t>12</a:t>
            </a:fld>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 name="PlaceHolder 1"/>
          <p:cNvSpPr>
            <a:spLocks noGrp="1"/>
          </p:cNvSpPr>
          <p:nvPr>
            <p:ph type="title"/>
          </p:nvPr>
        </p:nvSpPr>
        <p:spPr>
          <a:xfrm>
            <a:off x="457200" y="274680"/>
            <a:ext cx="8228880" cy="1142280"/>
          </a:xfrm>
          <a:prstGeom prst="rect">
            <a:avLst/>
          </a:prstGeom>
          <a:noFill/>
          <a:ln w="0">
            <a:noFill/>
          </a:ln>
        </p:spPr>
        <p:txBody>
          <a:bodyPr lIns="90000" rIns="90000" tIns="45000" bIns="45000" anchor="ctr">
            <a:noAutofit/>
          </a:bodyPr>
          <a:p>
            <a:pPr indent="0" algn="ctr">
              <a:lnSpc>
                <a:spcPct val="100000"/>
              </a:lnSpc>
              <a:buNone/>
              <a:tabLst>
                <a:tab algn="l" pos="0"/>
              </a:tabLst>
            </a:pPr>
            <a:r>
              <a:rPr b="0" lang="en-US" sz="4400" spc="-1" strike="noStrike">
                <a:solidFill>
                  <a:srgbClr val="000000"/>
                </a:solidFill>
                <a:latin typeface="Calibri"/>
              </a:rPr>
              <a:t>The Watts-Strogatz Model</a:t>
            </a:r>
            <a:endParaRPr b="0" lang="en-US" sz="4400" spc="-1" strike="noStrike">
              <a:solidFill>
                <a:srgbClr val="000000"/>
              </a:solidFill>
              <a:latin typeface="Arial"/>
            </a:endParaRPr>
          </a:p>
        </p:txBody>
      </p:sp>
      <p:sp>
        <p:nvSpPr>
          <p:cNvPr id="108" name="PlaceHolder 2"/>
          <p:cNvSpPr>
            <a:spLocks noGrp="1"/>
          </p:cNvSpPr>
          <p:nvPr>
            <p:ph/>
          </p:nvPr>
        </p:nvSpPr>
        <p:spPr>
          <a:xfrm>
            <a:off x="457200" y="1371600"/>
            <a:ext cx="8001000" cy="1143000"/>
          </a:xfrm>
          <a:prstGeom prst="rect">
            <a:avLst/>
          </a:prstGeom>
          <a:noFill/>
          <a:ln w="0">
            <a:noFill/>
          </a:ln>
        </p:spPr>
        <p:txBody>
          <a:bodyPr lIns="90000" rIns="90000" tIns="45000" bIns="4500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Add random “rewirings” to the model in order to reduce the average path length.</a:t>
            </a:r>
            <a:endParaRPr b="0" lang="en-US" sz="3200" spc="-1" strike="noStrike">
              <a:solidFill>
                <a:srgbClr val="000000"/>
              </a:solidFill>
              <a:latin typeface="Arial"/>
            </a:endParaRPr>
          </a:p>
        </p:txBody>
      </p:sp>
      <p:pic>
        <p:nvPicPr>
          <p:cNvPr id="109" name="" descr=""/>
          <p:cNvPicPr/>
          <p:nvPr/>
        </p:nvPicPr>
        <p:blipFill>
          <a:blip r:embed="rId1"/>
          <a:stretch/>
        </p:blipFill>
        <p:spPr>
          <a:xfrm>
            <a:off x="32040" y="2514600"/>
            <a:ext cx="9143640" cy="3875760"/>
          </a:xfrm>
          <a:prstGeom prst="rect">
            <a:avLst/>
          </a:prstGeom>
          <a:ln w="0">
            <a:noFill/>
          </a:ln>
        </p:spPr>
      </p:pic>
      <p:sp>
        <p:nvSpPr>
          <p:cNvPr id="4" name="PlaceHolder 3"/>
          <p:cNvSpPr>
            <a:spLocks noGrp="1"/>
          </p:cNvSpPr>
          <p:nvPr>
            <p:ph type="sldNum" idx="5"/>
          </p:nvPr>
        </p:nvSpPr>
        <p:spPr/>
        <p:txBody>
          <a:bodyPr/>
          <a:p>
            <a:fld id="{CDAA89B8-7D89-4809-B8AE-5AF655BDC380}" type="slidenum">
              <a:t>13</a:t>
            </a:fld>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 name="PlaceHolder 1"/>
          <p:cNvSpPr>
            <a:spLocks noGrp="1"/>
          </p:cNvSpPr>
          <p:nvPr>
            <p:ph type="title"/>
          </p:nvPr>
        </p:nvSpPr>
        <p:spPr>
          <a:xfrm>
            <a:off x="457200" y="274680"/>
            <a:ext cx="8228880" cy="1142280"/>
          </a:xfrm>
          <a:prstGeom prst="rect">
            <a:avLst/>
          </a:prstGeom>
          <a:noFill/>
          <a:ln w="0">
            <a:noFill/>
          </a:ln>
        </p:spPr>
        <p:txBody>
          <a:bodyPr lIns="90000" rIns="90000" tIns="45000" bIns="45000" anchor="ctr">
            <a:noAutofit/>
          </a:bodyPr>
          <a:p>
            <a:pPr indent="0" algn="ctr">
              <a:lnSpc>
                <a:spcPct val="100000"/>
              </a:lnSpc>
              <a:buNone/>
              <a:tabLst>
                <a:tab algn="l" pos="0"/>
              </a:tabLst>
            </a:pPr>
            <a:r>
              <a:rPr b="0" lang="en-US" sz="4400" spc="-1" strike="noStrike">
                <a:solidFill>
                  <a:srgbClr val="000000"/>
                </a:solidFill>
                <a:latin typeface="Calibri"/>
              </a:rPr>
              <a:t>Theorem of Network Structure (6)</a:t>
            </a:r>
            <a:endParaRPr b="0" lang="en-US" sz="4400" spc="-1" strike="noStrike">
              <a:solidFill>
                <a:srgbClr val="000000"/>
              </a:solidFill>
              <a:latin typeface="Arial"/>
            </a:endParaRPr>
          </a:p>
        </p:txBody>
      </p:sp>
      <p:sp>
        <p:nvSpPr>
          <p:cNvPr id="111" name="PlaceHolder 2"/>
          <p:cNvSpPr>
            <a:spLocks noGrp="1"/>
          </p:cNvSpPr>
          <p:nvPr>
            <p:ph/>
          </p:nvPr>
        </p:nvSpPr>
        <p:spPr>
          <a:xfrm>
            <a:off x="457200" y="1371600"/>
            <a:ext cx="8228880" cy="4572000"/>
          </a:xfrm>
          <a:prstGeom prst="rect">
            <a:avLst/>
          </a:prstGeom>
          <a:noFill/>
          <a:ln w="0">
            <a:noFill/>
          </a:ln>
        </p:spPr>
        <p:txBody>
          <a:bodyPr lIns="90000" rIns="90000" tIns="45000" bIns="45000" anchor="t">
            <a:normAutofit fontScale="65000"/>
          </a:bodyPr>
          <a:p>
            <a:pPr marL="405000" indent="-405000">
              <a:lnSpc>
                <a:spcPct val="100000"/>
              </a:lnSpc>
              <a:spcBef>
                <a:spcPts val="641"/>
              </a:spcBef>
              <a:buClr>
                <a:srgbClr val="000000"/>
              </a:buClr>
              <a:buFont typeface="Arial"/>
              <a:buChar char="•"/>
            </a:pPr>
            <a:r>
              <a:rPr b="0" lang="en-US" sz="3200" spc="-1" strike="noStrike">
                <a:solidFill>
                  <a:srgbClr val="000000"/>
                </a:solidFill>
                <a:latin typeface="Calibri"/>
              </a:rPr>
              <a:t>The Watts-Strogatz model reduces the average path length to sufficiently model real world situations in some cases, but lacks realism in the representation of hubs.</a:t>
            </a:r>
            <a:endParaRPr b="0" lang="en-US" sz="3200" spc="-1" strike="noStrike">
              <a:solidFill>
                <a:srgbClr val="000000"/>
              </a:solidFill>
              <a:latin typeface="Arial"/>
            </a:endParaRPr>
          </a:p>
          <a:p>
            <a:pPr marL="405000" indent="0">
              <a:lnSpc>
                <a:spcPct val="100000"/>
              </a:lnSpc>
              <a:spcBef>
                <a:spcPts val="641"/>
              </a:spcBef>
              <a:buNone/>
            </a:pPr>
            <a:endParaRPr b="0" lang="en-US" sz="3200" spc="-1" strike="noStrike">
              <a:solidFill>
                <a:srgbClr val="000000"/>
              </a:solidFill>
              <a:latin typeface="Arial"/>
            </a:endParaRPr>
          </a:p>
          <a:p>
            <a:pPr marL="405000" indent="-405000">
              <a:lnSpc>
                <a:spcPct val="100000"/>
              </a:lnSpc>
              <a:spcBef>
                <a:spcPts val="641"/>
              </a:spcBef>
              <a:buClr>
                <a:srgbClr val="000000"/>
              </a:buClr>
              <a:buFont typeface="Arial"/>
              <a:buChar char="•"/>
            </a:pPr>
            <a:r>
              <a:rPr b="0" lang="en-US" sz="3200" spc="-1" strike="noStrike">
                <a:solidFill>
                  <a:srgbClr val="000000"/>
                </a:solidFill>
                <a:latin typeface="Calibri"/>
              </a:rPr>
              <a:t>When analyzing the structure of a network we need to consider its degree distribution</a:t>
            </a:r>
            <a:endParaRPr b="0" lang="en-US" sz="3200" spc="-1" strike="noStrike">
              <a:solidFill>
                <a:srgbClr val="000000"/>
              </a:solidFill>
              <a:latin typeface="Arial"/>
            </a:endParaRPr>
          </a:p>
          <a:p>
            <a:pPr lvl="1" marL="877680" indent="-337320">
              <a:lnSpc>
                <a:spcPct val="100000"/>
              </a:lnSpc>
              <a:spcBef>
                <a:spcPts val="561"/>
              </a:spcBef>
              <a:buClr>
                <a:srgbClr val="000000"/>
              </a:buClr>
              <a:buFont typeface="Arial"/>
              <a:buChar char="–"/>
            </a:pPr>
            <a:r>
              <a:rPr b="0" lang="en-US" sz="2800" spc="-1" strike="noStrike">
                <a:solidFill>
                  <a:srgbClr val="000000"/>
                </a:solidFill>
                <a:latin typeface="Calibri"/>
              </a:rPr>
              <a:t>It turns out that if we were to analyze the number of links (or degrees) and the corresponding frequency of nodes having those links (or degrees) then random networks follow a </a:t>
            </a:r>
            <a:r>
              <a:rPr b="0" i="1" lang="en-US" sz="2800" spc="-1" strike="noStrike">
                <a:solidFill>
                  <a:srgbClr val="c00000"/>
                </a:solidFill>
                <a:latin typeface="Calibri"/>
              </a:rPr>
              <a:t>scale free distribution</a:t>
            </a:r>
            <a:r>
              <a:rPr b="0" lang="en-US" sz="2800" spc="-1" strike="noStrike">
                <a:solidFill>
                  <a:srgbClr val="000000"/>
                </a:solidFill>
                <a:latin typeface="Calibri"/>
              </a:rPr>
              <a:t>. That is a large number of nodes have a low degree and a small number has a higher degree such that the graphs do not exhibit a fat or heavy tail. </a:t>
            </a:r>
            <a:endParaRPr b="0" lang="en-US" sz="2800" spc="-1" strike="noStrike">
              <a:solidFill>
                <a:srgbClr val="000000"/>
              </a:solidFill>
              <a:latin typeface="Arial"/>
            </a:endParaRPr>
          </a:p>
          <a:p>
            <a:pPr lvl="1" marL="877680" indent="-337320">
              <a:lnSpc>
                <a:spcPct val="100000"/>
              </a:lnSpc>
              <a:spcBef>
                <a:spcPts val="561"/>
              </a:spcBef>
              <a:buClr>
                <a:srgbClr val="000000"/>
              </a:buClr>
              <a:buFont typeface="Arial"/>
              <a:buChar char="–"/>
            </a:pPr>
            <a:r>
              <a:rPr b="0" lang="en-US" sz="2800" spc="-1" strike="noStrike">
                <a:solidFill>
                  <a:srgbClr val="000000"/>
                </a:solidFill>
                <a:latin typeface="Calibri"/>
              </a:rPr>
              <a:t>In real life, however, many networks are heavy tailed, i.e., there are more low and high degree nodes than those predicted at random. For instance, citation networks tend to show many papers with 0 citations and too many with high number of citations.</a:t>
            </a:r>
            <a:endParaRPr b="0" lang="en-US" sz="2800" spc="-1" strike="noStrike">
              <a:solidFill>
                <a:srgbClr val="000000"/>
              </a:solidFill>
              <a:latin typeface="Arial"/>
            </a:endParaRPr>
          </a:p>
        </p:txBody>
      </p:sp>
      <p:sp>
        <p:nvSpPr>
          <p:cNvPr id="4" name="PlaceHolder 3"/>
          <p:cNvSpPr>
            <a:spLocks noGrp="1"/>
          </p:cNvSpPr>
          <p:nvPr>
            <p:ph type="sldNum" idx="5"/>
          </p:nvPr>
        </p:nvSpPr>
        <p:spPr/>
        <p:txBody>
          <a:bodyPr/>
          <a:p>
            <a:fld id="{EADF2537-E0C1-4A01-BE7F-F83063762D3A}" type="slidenum">
              <a:t>14</a:t>
            </a:fld>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 name="PlaceHolder 1"/>
          <p:cNvSpPr>
            <a:spLocks noGrp="1"/>
          </p:cNvSpPr>
          <p:nvPr>
            <p:ph type="title"/>
          </p:nvPr>
        </p:nvSpPr>
        <p:spPr>
          <a:xfrm>
            <a:off x="457200" y="274680"/>
            <a:ext cx="8228880" cy="1142280"/>
          </a:xfrm>
          <a:prstGeom prst="rect">
            <a:avLst/>
          </a:prstGeom>
          <a:noFill/>
          <a:ln w="0">
            <a:noFill/>
          </a:ln>
        </p:spPr>
        <p:txBody>
          <a:bodyPr lIns="90000" rIns="90000" tIns="45000" bIns="45000" anchor="ctr">
            <a:noAutofit/>
          </a:bodyPr>
          <a:p>
            <a:pPr indent="0" algn="ctr">
              <a:lnSpc>
                <a:spcPct val="100000"/>
              </a:lnSpc>
              <a:buNone/>
              <a:tabLst>
                <a:tab algn="l" pos="0"/>
              </a:tabLst>
            </a:pPr>
            <a:r>
              <a:rPr b="0" lang="en-US" sz="4400" spc="-1" strike="noStrike">
                <a:solidFill>
                  <a:srgbClr val="000000"/>
                </a:solidFill>
                <a:latin typeface="Calibri"/>
              </a:rPr>
              <a:t>The Barbasi-Albert Model</a:t>
            </a:r>
            <a:endParaRPr b="0" lang="en-US" sz="4400" spc="-1" strike="noStrike">
              <a:solidFill>
                <a:srgbClr val="000000"/>
              </a:solidFill>
              <a:latin typeface="Arial"/>
            </a:endParaRPr>
          </a:p>
        </p:txBody>
      </p:sp>
      <p:sp>
        <p:nvSpPr>
          <p:cNvPr id="113" name="PlaceHolder 2"/>
          <p:cNvSpPr>
            <a:spLocks noGrp="1"/>
          </p:cNvSpPr>
          <p:nvPr>
            <p:ph/>
          </p:nvPr>
        </p:nvSpPr>
        <p:spPr>
          <a:xfrm>
            <a:off x="457200" y="1371600"/>
            <a:ext cx="8228880" cy="2405160"/>
          </a:xfrm>
          <a:prstGeom prst="rect">
            <a:avLst/>
          </a:prstGeom>
          <a:noFill/>
          <a:ln w="0">
            <a:noFill/>
          </a:ln>
        </p:spPr>
        <p:txBody>
          <a:bodyPr lIns="90000" rIns="90000" tIns="45000" bIns="45000" anchor="t">
            <a:normAutofit fontScale="84000"/>
          </a:bodyPr>
          <a:p>
            <a:pPr marL="523440" indent="-523440">
              <a:lnSpc>
                <a:spcPct val="100000"/>
              </a:lnSpc>
              <a:spcBef>
                <a:spcPts val="641"/>
              </a:spcBef>
              <a:buClr>
                <a:srgbClr val="000000"/>
              </a:buClr>
              <a:buFont typeface="Arial"/>
              <a:buChar char="•"/>
            </a:pPr>
            <a:r>
              <a:rPr b="0" lang="en-US" sz="3200" spc="-1" strike="noStrike">
                <a:solidFill>
                  <a:srgbClr val="000000"/>
                </a:solidFill>
                <a:latin typeface="Calibri"/>
              </a:rPr>
              <a:t>Growth and preferential attachment are natural</a:t>
            </a:r>
            <a:endParaRPr b="0" lang="en-US" sz="3200" spc="-1" strike="noStrike">
              <a:solidFill>
                <a:srgbClr val="000000"/>
              </a:solidFill>
              <a:latin typeface="Arial"/>
            </a:endParaRPr>
          </a:p>
          <a:p>
            <a:pPr lvl="1" marL="725760" indent="-272160">
              <a:lnSpc>
                <a:spcPct val="100000"/>
              </a:lnSpc>
              <a:spcBef>
                <a:spcPts val="1134"/>
              </a:spcBef>
              <a:buClr>
                <a:srgbClr val="000000"/>
              </a:buClr>
              <a:buSzPct val="75000"/>
              <a:buFont typeface="Symbol" charset="2"/>
              <a:buChar char=""/>
            </a:pPr>
            <a:r>
              <a:rPr b="0" lang="en-US" sz="3200" spc="-1" strike="noStrike">
                <a:solidFill>
                  <a:srgbClr val="000000"/>
                </a:solidFill>
                <a:latin typeface="Calibri"/>
              </a:rPr>
              <a:t>Growth simply means new nodes are added.</a:t>
            </a:r>
            <a:endParaRPr b="0" lang="en-US" sz="3200" spc="-1" strike="noStrike">
              <a:solidFill>
                <a:srgbClr val="000000"/>
              </a:solidFill>
              <a:latin typeface="Arial"/>
            </a:endParaRPr>
          </a:p>
          <a:p>
            <a:pPr lvl="1" marL="725760" indent="-272160">
              <a:lnSpc>
                <a:spcPct val="100000"/>
              </a:lnSpc>
              <a:spcBef>
                <a:spcPts val="1134"/>
              </a:spcBef>
              <a:buClr>
                <a:srgbClr val="000000"/>
              </a:buClr>
              <a:buSzPct val="75000"/>
              <a:buFont typeface="Symbol" charset="2"/>
              <a:buChar char=""/>
            </a:pPr>
            <a:r>
              <a:rPr b="0" lang="en-US" sz="3200" spc="-1" strike="noStrike">
                <a:solidFill>
                  <a:srgbClr val="000000"/>
                </a:solidFill>
                <a:latin typeface="Calibri"/>
              </a:rPr>
              <a:t>The more  connected a node is, the more likely it is to receive new ties.  (Visibility, popularity, trust, etc…)  i.e. “the rich get richer”</a:t>
            </a:r>
            <a:endParaRPr b="0" lang="en-US" sz="3200" spc="-1" strike="noStrike">
              <a:solidFill>
                <a:srgbClr val="000000"/>
              </a:solidFill>
              <a:latin typeface="Arial"/>
            </a:endParaRPr>
          </a:p>
        </p:txBody>
      </p:sp>
      <p:pic>
        <p:nvPicPr>
          <p:cNvPr id="114" name="" descr=""/>
          <p:cNvPicPr/>
          <p:nvPr/>
        </p:nvPicPr>
        <p:blipFill>
          <a:blip r:embed="rId1"/>
          <a:stretch/>
        </p:blipFill>
        <p:spPr>
          <a:xfrm>
            <a:off x="1371600" y="3776760"/>
            <a:ext cx="6858000" cy="2971800"/>
          </a:xfrm>
          <a:prstGeom prst="rect">
            <a:avLst/>
          </a:prstGeom>
          <a:ln w="0">
            <a:noFill/>
          </a:ln>
        </p:spPr>
      </p:pic>
      <p:sp>
        <p:nvSpPr>
          <p:cNvPr id="4" name="PlaceHolder 3"/>
          <p:cNvSpPr>
            <a:spLocks noGrp="1"/>
          </p:cNvSpPr>
          <p:nvPr>
            <p:ph type="sldNum" idx="5"/>
          </p:nvPr>
        </p:nvSpPr>
        <p:spPr/>
        <p:txBody>
          <a:bodyPr/>
          <a:p>
            <a:fld id="{BE148A0A-8193-4FD0-A8F1-225F0F1791A0}" type="slidenum">
              <a:t>15</a:t>
            </a:fld>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2054</TotalTime>
  <Application>LibreOffice/7.5.5.2$Windows_X86_64 LibreOffice_project/ca8fe7424262805f223b9a2334bc7181abbcbf5e</Application>
  <AppVersion>15.0000</AppVersion>
  <Words>634</Words>
  <Paragraphs>87</Paragraphs>
  <Company>itdept</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2016-08-30T15:05:02Z</dcterms:created>
  <dc:creator>Raghu Sangwan</dc:creator>
  <dc:description/>
  <dc:language>en-US</dc:language>
  <cp:lastModifiedBy/>
  <dcterms:modified xsi:type="dcterms:W3CDTF">2026-01-06T17:45:38Z</dcterms:modified>
  <cp:revision>81</cp:revision>
  <dc:subject/>
  <dc:title>Lesson 2 Data Visualization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vt:i4>
  </property>
  <property fmtid="{D5CDD505-2E9C-101B-9397-08002B2CF9AE}" pid="3" name="PresentationFormat">
    <vt:lpwstr>On-screen Show (4:3)</vt:lpwstr>
  </property>
  <property fmtid="{D5CDD505-2E9C-101B-9397-08002B2CF9AE}" pid="4" name="Slides">
    <vt:i4>18</vt:i4>
  </property>
</Properties>
</file>