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393BD48-1C8E-4814-887F-A4CC27FC47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0199AE-31A7-43B7-971C-CA127A347E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DDA5D56-0A52-4996-A216-8E290F78D9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6B8DC9D-78EE-44D8-974D-F2F4500A06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C83AFB4-84F8-479E-9B99-D74333D4AB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E973E3E-29A3-40D4-A736-9BB3D1D663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07DCA0D-F5C7-46EE-83A4-FD8C2D6924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61F7E12-6066-4367-B4D9-B3F269C2FB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2ED42FA-F1A3-48EA-B232-EE81344142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3F40415-D481-4FB8-9725-F96689209E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5FF07A2-E8CC-474D-A1D9-C5FABE1D1C0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0DFFFB4-39B3-401F-A10C-C716D519138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AC479F3-0531-41A6-AEF9-E251F105D4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CCB8F97-1A0B-4745-AEAE-73D1C3C285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964872C-D2E9-46F8-8CDF-C43D406645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4B421E5-2AB7-4B40-8684-311B12BE8A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56CF892-BE3A-4BA3-90EA-6EFE96A375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091637B-FA23-4BDF-BD70-B63553C8286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6453506-45CD-42EA-92A1-432CD1C396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26EFFC0-4C41-4F18-8C32-7730839E09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5CA8102-D73D-44A8-B288-756FF1DA23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DBA089F-4A2F-4F27-A27F-90E38A7664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D45ECE0-1693-435C-9752-BFFD64CC5D0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D51EDF0-28A7-447A-8F1E-AD9F177C5E3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840FB3-080C-41FA-ABC6-031575FD7EE8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2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18E8DB-FBD8-4802-BFA2-2DAD1994EFC8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240" cy="146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Lesson 4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398640" cy="175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8b8b8b"/>
                </a:solidFill>
                <a:latin typeface="Calibri"/>
              </a:rPr>
              <a:t>Network Visualization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Goals of Visualization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Structure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	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Relationships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Key actors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Sub-graph Properties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Diffusion Patterns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Evolution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Visualization Types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418400"/>
            <a:ext cx="4015800" cy="13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Network Maps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Position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Size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Shape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Color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Direction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Labels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57560" y="2790000"/>
            <a:ext cx="4015800" cy="13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Arc Diagrams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457200" y="4161600"/>
            <a:ext cx="4015800" cy="13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Dendograms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General Elements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455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Title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Something catchy that draws in the user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Subtitle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More information than the title.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Legend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Allows the user to interpret what the different data encodings mean on the graph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Footnote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Usually denotes data source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Layouts (Position)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435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lvl="7" marL="1728000"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"Fruchterman-Reingold" = "layout_with_fr",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"Kamada-Kawai" = "layout_with_kk",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"Large Graph Layout" = "layout_with_lgl",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"Circle" = "layout_in_circle",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"Grid" = "layout_on_grid",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"Random" = "layout_randomly",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"Sphere" = "layout_on_sphere",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"Tree" = "layout_as_tree",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"Bipartite" = "layout_as_bipartite",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"Star" = "layout_as_star",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"Components" = "layout_components",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"Nicely" = "layout_nicely",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"Davidson-Harel" = "layout_with_dh",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"DrL" = "layout_with_drl",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"GEM" = "layout_with_gem",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"Graphopt" = "layout_with_graphopt",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"MDS" = "layout_with_mds"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Nodes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Shape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Size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Color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Borders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Labels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Transparency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Edges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Curvature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Style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Width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Color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Label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Arrows + size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Libraries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ubTitle"/>
          </p:nvPr>
        </p:nvSpPr>
        <p:spPr>
          <a:xfrm>
            <a:off x="457200" y="1159920"/>
            <a:ext cx="8229240" cy="546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IGRAPH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Standard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Cross language (R, Python, C)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0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GGRAPH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Follows the grammar of graphics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0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visNetwork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Dynamic visiualization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0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Others:  networkD3, threejs, ggiraph, ggnetwork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2281</TotalTime>
  <Application>LibreOffice/7.5.5.2$Windows_X86_64 LibreOffice_project/ca8fe7424262805f223b9a2334bc7181abbcbf5e</Application>
  <AppVersion>15.0000</AppVersion>
  <Words>634</Words>
  <Paragraphs>87</Paragraphs>
  <Company>itdept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2016-08-30T15:05:02Z</dcterms:created>
  <dc:creator>Raghu Sangwan</dc:creator>
  <dc:description/>
  <dc:language>en-US</dc:language>
  <cp:lastModifiedBy/>
  <dcterms:modified xsi:type="dcterms:W3CDTF">2026-01-11T15:25:05Z</dcterms:modified>
  <cp:revision>90</cp:revision>
  <dc:subject/>
  <dc:title>Lesson 2 Data Visualization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(4:3)</vt:lpwstr>
  </property>
  <property fmtid="{D5CDD505-2E9C-101B-9397-08002B2CF9AE}" pid="4" name="Slides">
    <vt:i4>18</vt:i4>
  </property>
</Properties>
</file>